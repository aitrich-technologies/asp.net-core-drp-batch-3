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k2wX0rm1c6nrtssI2GKl7dR52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663FDD-3085-444D-B172-28DBDCCCC31C}">
  <a:tblStyle styleId="{1C663FDD-3085-444D-B172-28DBDCCCC3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2207132" y="785621"/>
            <a:ext cx="46462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728929" y="1298575"/>
            <a:ext cx="7686141" cy="267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728929" y="1298575"/>
            <a:ext cx="7686141" cy="267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jpg"/><Relationship Id="rId5" Type="http://schemas.openxmlformats.org/officeDocument/2006/relationships/image" Target="../media/image1.jp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8.png"/><Relationship Id="rId5" Type="http://schemas.openxmlformats.org/officeDocument/2006/relationships/image" Target="../media/image17.jp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jp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6.jp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7.jp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3.jpg"/><Relationship Id="rId5" Type="http://schemas.openxmlformats.org/officeDocument/2006/relationships/image" Target="../media/image25.png"/><Relationship Id="rId6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7.jpg"/><Relationship Id="rId5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29.jpg"/><Relationship Id="rId5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ctrTitle"/>
          </p:nvPr>
        </p:nvSpPr>
        <p:spPr>
          <a:xfrm>
            <a:off x="2207132" y="785621"/>
            <a:ext cx="46462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 </a:t>
            </a:r>
            <a:r>
              <a:rPr lang="en-US" sz="4400">
                <a:solidFill>
                  <a:srgbClr val="006FC0"/>
                </a:solidFill>
              </a:rPr>
              <a:t>Introduction</a:t>
            </a:r>
            <a:endParaRPr sz="4400"/>
          </a:p>
        </p:txBody>
      </p:sp>
      <p:grpSp>
        <p:nvGrpSpPr>
          <p:cNvPr id="44" name="Google Shape;44;p1"/>
          <p:cNvGrpSpPr/>
          <p:nvPr/>
        </p:nvGrpSpPr>
        <p:grpSpPr>
          <a:xfrm>
            <a:off x="1920983" y="2513556"/>
            <a:ext cx="6723143" cy="4001544"/>
            <a:chOff x="1920983" y="2513556"/>
            <a:chExt cx="6723143" cy="4001544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0983" y="2513556"/>
              <a:ext cx="5635008" cy="37119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86243" y="6071616"/>
              <a:ext cx="1357883" cy="4434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1"/>
          <p:cNvSpPr txBox="1"/>
          <p:nvPr/>
        </p:nvSpPr>
        <p:spPr>
          <a:xfrm>
            <a:off x="3651250" y="1741373"/>
            <a:ext cx="17475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Chapter-1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7991" y="6130900"/>
            <a:ext cx="406908" cy="393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070254" y="3186506"/>
            <a:ext cx="248602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0100" y="6085475"/>
            <a:ext cx="1330172" cy="41923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/>
        </p:nvSpPr>
        <p:spPr>
          <a:xfrm>
            <a:off x="4858639" y="1554226"/>
            <a:ext cx="1449705" cy="1205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20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4867402" y="3217545"/>
            <a:ext cx="188277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Units &amp;Sizes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4855209" y="4041089"/>
            <a:ext cx="2893695" cy="1194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Typography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Styling Background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067555" y="1700783"/>
            <a:ext cx="0" cy="3672840"/>
          </a:xfrm>
          <a:custGeom>
            <a:rect b="b" l="l" r="r" t="t"/>
            <a:pathLst>
              <a:path extrusionOk="0" h="3672840" w="120000">
                <a:moveTo>
                  <a:pt x="0" y="0"/>
                </a:moveTo>
                <a:lnTo>
                  <a:pt x="0" y="3672458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9" name="Google Shape;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40" y="6322925"/>
            <a:ext cx="405384" cy="393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1906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What Is CSS?</a:t>
            </a:r>
            <a:endParaRPr sz="4400"/>
          </a:p>
        </p:txBody>
      </p:sp>
      <p:sp>
        <p:nvSpPr>
          <p:cNvPr id="65" name="Google Shape;65;p3"/>
          <p:cNvSpPr txBox="1"/>
          <p:nvPr/>
        </p:nvSpPr>
        <p:spPr>
          <a:xfrm>
            <a:off x="980643" y="2043811"/>
            <a:ext cx="6184900" cy="317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87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</a:t>
            </a: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stands for </a:t>
            </a:r>
            <a:r>
              <a:rPr b="1"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Cascading Style Sheets.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87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External stylesheets are stored in </a:t>
            </a:r>
            <a:r>
              <a:rPr b="1"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</a:t>
            </a: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files.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87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was first developed in 1997.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43E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is a language used to define the layout and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appearance of webpages</a:t>
            </a:r>
            <a:r>
              <a:rPr b="1"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0100" y="6085475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364329"/>
            <a:ext cx="406907" cy="393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188858"/>
            <a:ext cx="406907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4"/>
          <p:cNvGrpSpPr/>
          <p:nvPr/>
        </p:nvGrpSpPr>
        <p:grpSpPr>
          <a:xfrm>
            <a:off x="477012" y="3035807"/>
            <a:ext cx="8250935" cy="3209544"/>
            <a:chOff x="477012" y="3035807"/>
            <a:chExt cx="8250935" cy="3209544"/>
          </a:xfrm>
        </p:grpSpPr>
        <p:pic>
          <p:nvPicPr>
            <p:cNvPr id="74" name="Google Shape;7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7012" y="3035807"/>
              <a:ext cx="8214359" cy="1139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2064" y="4134611"/>
              <a:ext cx="8215883" cy="1114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872" y="5131307"/>
              <a:ext cx="8215883" cy="11140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4"/>
          <p:cNvSpPr txBox="1"/>
          <p:nvPr/>
        </p:nvSpPr>
        <p:spPr>
          <a:xfrm>
            <a:off x="997407" y="3250438"/>
            <a:ext cx="6766559" cy="2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declaration block contains one or more declarations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separated by semicolons.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02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Each declaration includes a CSS property name and a value,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02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separated by a colon.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2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Declaration blocks are surrounded by curly braces</a:t>
            </a: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672" y="1979676"/>
            <a:ext cx="8285988" cy="111404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894994" y="2254453"/>
            <a:ext cx="648398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selector points to the HTML element you want to style</a:t>
            </a: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>
            <p:ph type="title"/>
          </p:nvPr>
        </p:nvSpPr>
        <p:spPr>
          <a:xfrm>
            <a:off x="2838704" y="141808"/>
            <a:ext cx="320992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1F5F"/>
                </a:solidFill>
              </a:rPr>
              <a:t>CSS</a:t>
            </a:r>
            <a:r>
              <a:rPr lang="en-US" sz="4400">
                <a:solidFill>
                  <a:srgbClr val="000000"/>
                </a:solidFill>
              </a:rPr>
              <a:t>-</a:t>
            </a:r>
            <a:r>
              <a:rPr lang="en-US" sz="4400">
                <a:solidFill>
                  <a:srgbClr val="006FC0"/>
                </a:solidFill>
              </a:rPr>
              <a:t>Syntax</a:t>
            </a:r>
            <a:endParaRPr sz="4400"/>
          </a:p>
        </p:txBody>
      </p:sp>
      <p:grpSp>
        <p:nvGrpSpPr>
          <p:cNvPr id="81" name="Google Shape;81;p4"/>
          <p:cNvGrpSpPr/>
          <p:nvPr/>
        </p:nvGrpSpPr>
        <p:grpSpPr>
          <a:xfrm>
            <a:off x="458723" y="908303"/>
            <a:ext cx="8215883" cy="5606796"/>
            <a:chOff x="458723" y="908303"/>
            <a:chExt cx="8215883" cy="5606796"/>
          </a:xfrm>
        </p:grpSpPr>
        <p:pic>
          <p:nvPicPr>
            <p:cNvPr id="82" name="Google Shape;8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86243" y="6071615"/>
              <a:ext cx="1357883" cy="4434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8723" y="908303"/>
              <a:ext cx="8215883" cy="11155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4"/>
          <p:cNvSpPr txBox="1"/>
          <p:nvPr/>
        </p:nvSpPr>
        <p:spPr>
          <a:xfrm>
            <a:off x="1032763" y="1271778"/>
            <a:ext cx="665225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CSS syntax consists of a selector and a declaration block.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427" y="6367165"/>
            <a:ext cx="406908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2123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1F5F"/>
                </a:solidFill>
              </a:rPr>
              <a:t>CSS</a:t>
            </a:r>
            <a:r>
              <a:rPr lang="en-US" sz="4400">
                <a:solidFill>
                  <a:srgbClr val="000000"/>
                </a:solidFill>
              </a:rPr>
              <a:t>-</a:t>
            </a:r>
            <a:r>
              <a:rPr lang="en-US" sz="4400">
                <a:solidFill>
                  <a:srgbClr val="006FC0"/>
                </a:solidFill>
              </a:rPr>
              <a:t>Syntax</a:t>
            </a:r>
            <a:endParaRPr sz="4400"/>
          </a:p>
        </p:txBody>
      </p:sp>
      <p:grpSp>
        <p:nvGrpSpPr>
          <p:cNvPr id="91" name="Google Shape;91;p5"/>
          <p:cNvGrpSpPr/>
          <p:nvPr/>
        </p:nvGrpSpPr>
        <p:grpSpPr>
          <a:xfrm>
            <a:off x="977646" y="2775966"/>
            <a:ext cx="3286125" cy="2072639"/>
            <a:chOff x="977646" y="2775966"/>
            <a:chExt cx="3286125" cy="2072639"/>
          </a:xfrm>
        </p:grpSpPr>
        <p:sp>
          <p:nvSpPr>
            <p:cNvPr id="92" name="Google Shape;92;p5"/>
            <p:cNvSpPr/>
            <p:nvPr/>
          </p:nvSpPr>
          <p:spPr>
            <a:xfrm>
              <a:off x="977646" y="2775966"/>
              <a:ext cx="3286125" cy="2072639"/>
            </a:xfrm>
            <a:custGeom>
              <a:rect b="b" l="l" r="r" t="t"/>
              <a:pathLst>
                <a:path extrusionOk="0" h="2072639" w="3286125">
                  <a:moveTo>
                    <a:pt x="2940304" y="0"/>
                  </a:moveTo>
                  <a:lnTo>
                    <a:pt x="345440" y="0"/>
                  </a:lnTo>
                  <a:lnTo>
                    <a:pt x="298566" y="3153"/>
                  </a:lnTo>
                  <a:lnTo>
                    <a:pt x="253609" y="12341"/>
                  </a:lnTo>
                  <a:lnTo>
                    <a:pt x="210979" y="27150"/>
                  </a:lnTo>
                  <a:lnTo>
                    <a:pt x="171090" y="47168"/>
                  </a:lnTo>
                  <a:lnTo>
                    <a:pt x="134352" y="71985"/>
                  </a:lnTo>
                  <a:lnTo>
                    <a:pt x="101177" y="101187"/>
                  </a:lnTo>
                  <a:lnTo>
                    <a:pt x="71977" y="134363"/>
                  </a:lnTo>
                  <a:lnTo>
                    <a:pt x="47163" y="171101"/>
                  </a:lnTo>
                  <a:lnTo>
                    <a:pt x="27146" y="210990"/>
                  </a:lnTo>
                  <a:lnTo>
                    <a:pt x="12339" y="253617"/>
                  </a:lnTo>
                  <a:lnTo>
                    <a:pt x="3153" y="298571"/>
                  </a:lnTo>
                  <a:lnTo>
                    <a:pt x="0" y="345439"/>
                  </a:lnTo>
                  <a:lnTo>
                    <a:pt x="0" y="1727200"/>
                  </a:lnTo>
                  <a:lnTo>
                    <a:pt x="3153" y="1774068"/>
                  </a:lnTo>
                  <a:lnTo>
                    <a:pt x="12339" y="1819022"/>
                  </a:lnTo>
                  <a:lnTo>
                    <a:pt x="27146" y="1861649"/>
                  </a:lnTo>
                  <a:lnTo>
                    <a:pt x="47163" y="1901538"/>
                  </a:lnTo>
                  <a:lnTo>
                    <a:pt x="71977" y="1938276"/>
                  </a:lnTo>
                  <a:lnTo>
                    <a:pt x="101177" y="1971452"/>
                  </a:lnTo>
                  <a:lnTo>
                    <a:pt x="134352" y="2000654"/>
                  </a:lnTo>
                  <a:lnTo>
                    <a:pt x="171090" y="2025471"/>
                  </a:lnTo>
                  <a:lnTo>
                    <a:pt x="210979" y="2045489"/>
                  </a:lnTo>
                  <a:lnTo>
                    <a:pt x="253609" y="2060298"/>
                  </a:lnTo>
                  <a:lnTo>
                    <a:pt x="298566" y="2069486"/>
                  </a:lnTo>
                  <a:lnTo>
                    <a:pt x="345440" y="2072640"/>
                  </a:lnTo>
                  <a:lnTo>
                    <a:pt x="2940304" y="2072640"/>
                  </a:lnTo>
                  <a:lnTo>
                    <a:pt x="2987172" y="2069486"/>
                  </a:lnTo>
                  <a:lnTo>
                    <a:pt x="3032126" y="2060298"/>
                  </a:lnTo>
                  <a:lnTo>
                    <a:pt x="3074753" y="2045489"/>
                  </a:lnTo>
                  <a:lnTo>
                    <a:pt x="3114642" y="2025471"/>
                  </a:lnTo>
                  <a:lnTo>
                    <a:pt x="3151380" y="2000654"/>
                  </a:lnTo>
                  <a:lnTo>
                    <a:pt x="3184556" y="1971452"/>
                  </a:lnTo>
                  <a:lnTo>
                    <a:pt x="3213758" y="1938276"/>
                  </a:lnTo>
                  <a:lnTo>
                    <a:pt x="3238575" y="1901538"/>
                  </a:lnTo>
                  <a:lnTo>
                    <a:pt x="3258593" y="1861649"/>
                  </a:lnTo>
                  <a:lnTo>
                    <a:pt x="3273402" y="1819022"/>
                  </a:lnTo>
                  <a:lnTo>
                    <a:pt x="3282590" y="1774068"/>
                  </a:lnTo>
                  <a:lnTo>
                    <a:pt x="3285743" y="1727200"/>
                  </a:lnTo>
                  <a:lnTo>
                    <a:pt x="3285743" y="345439"/>
                  </a:lnTo>
                  <a:lnTo>
                    <a:pt x="3282590" y="298571"/>
                  </a:lnTo>
                  <a:lnTo>
                    <a:pt x="3273402" y="253617"/>
                  </a:lnTo>
                  <a:lnTo>
                    <a:pt x="3258593" y="210990"/>
                  </a:lnTo>
                  <a:lnTo>
                    <a:pt x="3238575" y="171101"/>
                  </a:lnTo>
                  <a:lnTo>
                    <a:pt x="3213758" y="134363"/>
                  </a:lnTo>
                  <a:lnTo>
                    <a:pt x="3184556" y="101187"/>
                  </a:lnTo>
                  <a:lnTo>
                    <a:pt x="3151380" y="71985"/>
                  </a:lnTo>
                  <a:lnTo>
                    <a:pt x="3114642" y="47168"/>
                  </a:lnTo>
                  <a:lnTo>
                    <a:pt x="3074753" y="27150"/>
                  </a:lnTo>
                  <a:lnTo>
                    <a:pt x="3032126" y="12341"/>
                  </a:lnTo>
                  <a:lnTo>
                    <a:pt x="2987172" y="3153"/>
                  </a:lnTo>
                  <a:lnTo>
                    <a:pt x="29403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977646" y="2775966"/>
              <a:ext cx="3286125" cy="2072639"/>
            </a:xfrm>
            <a:custGeom>
              <a:rect b="b" l="l" r="r" t="t"/>
              <a:pathLst>
                <a:path extrusionOk="0" h="2072639" w="3286125">
                  <a:moveTo>
                    <a:pt x="0" y="345439"/>
                  </a:moveTo>
                  <a:lnTo>
                    <a:pt x="3153" y="298571"/>
                  </a:lnTo>
                  <a:lnTo>
                    <a:pt x="12339" y="253617"/>
                  </a:lnTo>
                  <a:lnTo>
                    <a:pt x="27146" y="210990"/>
                  </a:lnTo>
                  <a:lnTo>
                    <a:pt x="47163" y="171101"/>
                  </a:lnTo>
                  <a:lnTo>
                    <a:pt x="71977" y="134363"/>
                  </a:lnTo>
                  <a:lnTo>
                    <a:pt x="101177" y="101187"/>
                  </a:lnTo>
                  <a:lnTo>
                    <a:pt x="134352" y="71985"/>
                  </a:lnTo>
                  <a:lnTo>
                    <a:pt x="171090" y="47168"/>
                  </a:lnTo>
                  <a:lnTo>
                    <a:pt x="210979" y="27150"/>
                  </a:lnTo>
                  <a:lnTo>
                    <a:pt x="253609" y="12341"/>
                  </a:lnTo>
                  <a:lnTo>
                    <a:pt x="298566" y="3153"/>
                  </a:lnTo>
                  <a:lnTo>
                    <a:pt x="345440" y="0"/>
                  </a:lnTo>
                  <a:lnTo>
                    <a:pt x="2940304" y="0"/>
                  </a:lnTo>
                  <a:lnTo>
                    <a:pt x="2987172" y="3153"/>
                  </a:lnTo>
                  <a:lnTo>
                    <a:pt x="3032126" y="12341"/>
                  </a:lnTo>
                  <a:lnTo>
                    <a:pt x="3074753" y="27150"/>
                  </a:lnTo>
                  <a:lnTo>
                    <a:pt x="3114642" y="47168"/>
                  </a:lnTo>
                  <a:lnTo>
                    <a:pt x="3151380" y="71985"/>
                  </a:lnTo>
                  <a:lnTo>
                    <a:pt x="3184556" y="101187"/>
                  </a:lnTo>
                  <a:lnTo>
                    <a:pt x="3213758" y="134363"/>
                  </a:lnTo>
                  <a:lnTo>
                    <a:pt x="3238575" y="171101"/>
                  </a:lnTo>
                  <a:lnTo>
                    <a:pt x="3258593" y="210990"/>
                  </a:lnTo>
                  <a:lnTo>
                    <a:pt x="3273402" y="253617"/>
                  </a:lnTo>
                  <a:lnTo>
                    <a:pt x="3282590" y="298571"/>
                  </a:lnTo>
                  <a:lnTo>
                    <a:pt x="3285743" y="345439"/>
                  </a:lnTo>
                  <a:lnTo>
                    <a:pt x="3285743" y="1727200"/>
                  </a:lnTo>
                  <a:lnTo>
                    <a:pt x="3282590" y="1774068"/>
                  </a:lnTo>
                  <a:lnTo>
                    <a:pt x="3273402" y="1819022"/>
                  </a:lnTo>
                  <a:lnTo>
                    <a:pt x="3258593" y="1861649"/>
                  </a:lnTo>
                  <a:lnTo>
                    <a:pt x="3238575" y="1901538"/>
                  </a:lnTo>
                  <a:lnTo>
                    <a:pt x="3213758" y="1938276"/>
                  </a:lnTo>
                  <a:lnTo>
                    <a:pt x="3184556" y="1971452"/>
                  </a:lnTo>
                  <a:lnTo>
                    <a:pt x="3151380" y="2000654"/>
                  </a:lnTo>
                  <a:lnTo>
                    <a:pt x="3114642" y="2025471"/>
                  </a:lnTo>
                  <a:lnTo>
                    <a:pt x="3074753" y="2045489"/>
                  </a:lnTo>
                  <a:lnTo>
                    <a:pt x="3032126" y="2060298"/>
                  </a:lnTo>
                  <a:lnTo>
                    <a:pt x="2987172" y="2069486"/>
                  </a:lnTo>
                  <a:lnTo>
                    <a:pt x="2940304" y="2072640"/>
                  </a:lnTo>
                  <a:lnTo>
                    <a:pt x="345440" y="2072640"/>
                  </a:lnTo>
                  <a:lnTo>
                    <a:pt x="298566" y="2069486"/>
                  </a:lnTo>
                  <a:lnTo>
                    <a:pt x="253609" y="2060298"/>
                  </a:lnTo>
                  <a:lnTo>
                    <a:pt x="210979" y="2045489"/>
                  </a:lnTo>
                  <a:lnTo>
                    <a:pt x="171090" y="2025471"/>
                  </a:lnTo>
                  <a:lnTo>
                    <a:pt x="134352" y="2000654"/>
                  </a:lnTo>
                  <a:lnTo>
                    <a:pt x="101177" y="1971452"/>
                  </a:lnTo>
                  <a:lnTo>
                    <a:pt x="71977" y="1938276"/>
                  </a:lnTo>
                  <a:lnTo>
                    <a:pt x="47163" y="1901538"/>
                  </a:lnTo>
                  <a:lnTo>
                    <a:pt x="27146" y="1861649"/>
                  </a:lnTo>
                  <a:lnTo>
                    <a:pt x="12339" y="1819022"/>
                  </a:lnTo>
                  <a:lnTo>
                    <a:pt x="3153" y="1774068"/>
                  </a:lnTo>
                  <a:lnTo>
                    <a:pt x="0" y="1727200"/>
                  </a:lnTo>
                  <a:lnTo>
                    <a:pt x="0" y="345439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4" name="Google Shape;94;p5"/>
          <p:cNvSpPr txBox="1"/>
          <p:nvPr/>
        </p:nvSpPr>
        <p:spPr>
          <a:xfrm>
            <a:off x="1156208" y="3098672"/>
            <a:ext cx="718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575561" y="3647313"/>
            <a:ext cx="21901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&lt;h1&gt;Tour&lt;/h1&gt;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156208" y="4196333"/>
            <a:ext cx="8064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1197965" y="2159965"/>
            <a:ext cx="174498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HTML Code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5"/>
          <p:cNvGrpSpPr/>
          <p:nvPr/>
        </p:nvGrpSpPr>
        <p:grpSpPr>
          <a:xfrm>
            <a:off x="5156453" y="2847594"/>
            <a:ext cx="2786380" cy="2072639"/>
            <a:chOff x="5156453" y="2847594"/>
            <a:chExt cx="2786380" cy="2072639"/>
          </a:xfrm>
        </p:grpSpPr>
        <p:sp>
          <p:nvSpPr>
            <p:cNvPr id="99" name="Google Shape;99;p5"/>
            <p:cNvSpPr/>
            <p:nvPr/>
          </p:nvSpPr>
          <p:spPr>
            <a:xfrm>
              <a:off x="5156453" y="2847594"/>
              <a:ext cx="2786380" cy="2072639"/>
            </a:xfrm>
            <a:custGeom>
              <a:rect b="b" l="l" r="r" t="t"/>
              <a:pathLst>
                <a:path extrusionOk="0" h="2072639" w="2786379">
                  <a:moveTo>
                    <a:pt x="2440431" y="0"/>
                  </a:moveTo>
                  <a:lnTo>
                    <a:pt x="345440" y="0"/>
                  </a:lnTo>
                  <a:lnTo>
                    <a:pt x="298571" y="3153"/>
                  </a:lnTo>
                  <a:lnTo>
                    <a:pt x="253617" y="12341"/>
                  </a:lnTo>
                  <a:lnTo>
                    <a:pt x="210990" y="27150"/>
                  </a:lnTo>
                  <a:lnTo>
                    <a:pt x="171101" y="47168"/>
                  </a:lnTo>
                  <a:lnTo>
                    <a:pt x="134363" y="71985"/>
                  </a:lnTo>
                  <a:lnTo>
                    <a:pt x="101187" y="101187"/>
                  </a:lnTo>
                  <a:lnTo>
                    <a:pt x="71985" y="134363"/>
                  </a:lnTo>
                  <a:lnTo>
                    <a:pt x="47168" y="171101"/>
                  </a:lnTo>
                  <a:lnTo>
                    <a:pt x="27150" y="210990"/>
                  </a:lnTo>
                  <a:lnTo>
                    <a:pt x="12341" y="253617"/>
                  </a:lnTo>
                  <a:lnTo>
                    <a:pt x="3153" y="298571"/>
                  </a:lnTo>
                  <a:lnTo>
                    <a:pt x="0" y="345439"/>
                  </a:lnTo>
                  <a:lnTo>
                    <a:pt x="0" y="1727199"/>
                  </a:lnTo>
                  <a:lnTo>
                    <a:pt x="3153" y="1774068"/>
                  </a:lnTo>
                  <a:lnTo>
                    <a:pt x="12341" y="1819022"/>
                  </a:lnTo>
                  <a:lnTo>
                    <a:pt x="27150" y="1861649"/>
                  </a:lnTo>
                  <a:lnTo>
                    <a:pt x="47168" y="1901538"/>
                  </a:lnTo>
                  <a:lnTo>
                    <a:pt x="71985" y="1938276"/>
                  </a:lnTo>
                  <a:lnTo>
                    <a:pt x="101187" y="1971452"/>
                  </a:lnTo>
                  <a:lnTo>
                    <a:pt x="134363" y="2000654"/>
                  </a:lnTo>
                  <a:lnTo>
                    <a:pt x="171101" y="2025471"/>
                  </a:lnTo>
                  <a:lnTo>
                    <a:pt x="210990" y="2045489"/>
                  </a:lnTo>
                  <a:lnTo>
                    <a:pt x="253617" y="2060298"/>
                  </a:lnTo>
                  <a:lnTo>
                    <a:pt x="298571" y="2069486"/>
                  </a:lnTo>
                  <a:lnTo>
                    <a:pt x="345440" y="2072639"/>
                  </a:lnTo>
                  <a:lnTo>
                    <a:pt x="2440431" y="2072639"/>
                  </a:lnTo>
                  <a:lnTo>
                    <a:pt x="2487300" y="2069486"/>
                  </a:lnTo>
                  <a:lnTo>
                    <a:pt x="2532254" y="2060298"/>
                  </a:lnTo>
                  <a:lnTo>
                    <a:pt x="2574881" y="2045489"/>
                  </a:lnTo>
                  <a:lnTo>
                    <a:pt x="2614770" y="2025471"/>
                  </a:lnTo>
                  <a:lnTo>
                    <a:pt x="2651508" y="2000654"/>
                  </a:lnTo>
                  <a:lnTo>
                    <a:pt x="2684684" y="1971452"/>
                  </a:lnTo>
                  <a:lnTo>
                    <a:pt x="2713886" y="1938276"/>
                  </a:lnTo>
                  <a:lnTo>
                    <a:pt x="2738703" y="1901538"/>
                  </a:lnTo>
                  <a:lnTo>
                    <a:pt x="2758721" y="1861649"/>
                  </a:lnTo>
                  <a:lnTo>
                    <a:pt x="2773530" y="1819022"/>
                  </a:lnTo>
                  <a:lnTo>
                    <a:pt x="2782718" y="1774068"/>
                  </a:lnTo>
                  <a:lnTo>
                    <a:pt x="2785872" y="1727199"/>
                  </a:lnTo>
                  <a:lnTo>
                    <a:pt x="2785872" y="345439"/>
                  </a:lnTo>
                  <a:lnTo>
                    <a:pt x="2782718" y="298571"/>
                  </a:lnTo>
                  <a:lnTo>
                    <a:pt x="2773530" y="253617"/>
                  </a:lnTo>
                  <a:lnTo>
                    <a:pt x="2758721" y="210990"/>
                  </a:lnTo>
                  <a:lnTo>
                    <a:pt x="2738703" y="171101"/>
                  </a:lnTo>
                  <a:lnTo>
                    <a:pt x="2713886" y="134363"/>
                  </a:lnTo>
                  <a:lnTo>
                    <a:pt x="2684684" y="101187"/>
                  </a:lnTo>
                  <a:lnTo>
                    <a:pt x="2651508" y="71985"/>
                  </a:lnTo>
                  <a:lnTo>
                    <a:pt x="2614770" y="47168"/>
                  </a:lnTo>
                  <a:lnTo>
                    <a:pt x="2574881" y="27150"/>
                  </a:lnTo>
                  <a:lnTo>
                    <a:pt x="2532254" y="12341"/>
                  </a:lnTo>
                  <a:lnTo>
                    <a:pt x="2487300" y="3153"/>
                  </a:lnTo>
                  <a:lnTo>
                    <a:pt x="24404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5156453" y="2847594"/>
              <a:ext cx="2786380" cy="2072639"/>
            </a:xfrm>
            <a:custGeom>
              <a:rect b="b" l="l" r="r" t="t"/>
              <a:pathLst>
                <a:path extrusionOk="0" h="2072639" w="2786379">
                  <a:moveTo>
                    <a:pt x="0" y="345439"/>
                  </a:moveTo>
                  <a:lnTo>
                    <a:pt x="3153" y="298571"/>
                  </a:lnTo>
                  <a:lnTo>
                    <a:pt x="12341" y="253617"/>
                  </a:lnTo>
                  <a:lnTo>
                    <a:pt x="27150" y="210990"/>
                  </a:lnTo>
                  <a:lnTo>
                    <a:pt x="47168" y="171101"/>
                  </a:lnTo>
                  <a:lnTo>
                    <a:pt x="71985" y="134363"/>
                  </a:lnTo>
                  <a:lnTo>
                    <a:pt x="101187" y="101187"/>
                  </a:lnTo>
                  <a:lnTo>
                    <a:pt x="134363" y="71985"/>
                  </a:lnTo>
                  <a:lnTo>
                    <a:pt x="171101" y="47168"/>
                  </a:lnTo>
                  <a:lnTo>
                    <a:pt x="210990" y="27150"/>
                  </a:lnTo>
                  <a:lnTo>
                    <a:pt x="253617" y="12341"/>
                  </a:lnTo>
                  <a:lnTo>
                    <a:pt x="298571" y="3153"/>
                  </a:lnTo>
                  <a:lnTo>
                    <a:pt x="345440" y="0"/>
                  </a:lnTo>
                  <a:lnTo>
                    <a:pt x="2440431" y="0"/>
                  </a:lnTo>
                  <a:lnTo>
                    <a:pt x="2487300" y="3153"/>
                  </a:lnTo>
                  <a:lnTo>
                    <a:pt x="2532254" y="12341"/>
                  </a:lnTo>
                  <a:lnTo>
                    <a:pt x="2574881" y="27150"/>
                  </a:lnTo>
                  <a:lnTo>
                    <a:pt x="2614770" y="47168"/>
                  </a:lnTo>
                  <a:lnTo>
                    <a:pt x="2651508" y="71985"/>
                  </a:lnTo>
                  <a:lnTo>
                    <a:pt x="2684684" y="101187"/>
                  </a:lnTo>
                  <a:lnTo>
                    <a:pt x="2713886" y="134363"/>
                  </a:lnTo>
                  <a:lnTo>
                    <a:pt x="2738703" y="171101"/>
                  </a:lnTo>
                  <a:lnTo>
                    <a:pt x="2758721" y="210990"/>
                  </a:lnTo>
                  <a:lnTo>
                    <a:pt x="2773530" y="253617"/>
                  </a:lnTo>
                  <a:lnTo>
                    <a:pt x="2782718" y="298571"/>
                  </a:lnTo>
                  <a:lnTo>
                    <a:pt x="2785872" y="345439"/>
                  </a:lnTo>
                  <a:lnTo>
                    <a:pt x="2785872" y="1727199"/>
                  </a:lnTo>
                  <a:lnTo>
                    <a:pt x="2782718" y="1774068"/>
                  </a:lnTo>
                  <a:lnTo>
                    <a:pt x="2773530" y="1819022"/>
                  </a:lnTo>
                  <a:lnTo>
                    <a:pt x="2758721" y="1861649"/>
                  </a:lnTo>
                  <a:lnTo>
                    <a:pt x="2738703" y="1901538"/>
                  </a:lnTo>
                  <a:lnTo>
                    <a:pt x="2713886" y="1938276"/>
                  </a:lnTo>
                  <a:lnTo>
                    <a:pt x="2684684" y="1971452"/>
                  </a:lnTo>
                  <a:lnTo>
                    <a:pt x="2651508" y="2000654"/>
                  </a:lnTo>
                  <a:lnTo>
                    <a:pt x="2614770" y="2025471"/>
                  </a:lnTo>
                  <a:lnTo>
                    <a:pt x="2574881" y="2045489"/>
                  </a:lnTo>
                  <a:lnTo>
                    <a:pt x="2532254" y="2060298"/>
                  </a:lnTo>
                  <a:lnTo>
                    <a:pt x="2487300" y="2069486"/>
                  </a:lnTo>
                  <a:lnTo>
                    <a:pt x="2440431" y="2072639"/>
                  </a:lnTo>
                  <a:lnTo>
                    <a:pt x="345440" y="2072639"/>
                  </a:lnTo>
                  <a:lnTo>
                    <a:pt x="298571" y="2069486"/>
                  </a:lnTo>
                  <a:lnTo>
                    <a:pt x="253617" y="2060298"/>
                  </a:lnTo>
                  <a:lnTo>
                    <a:pt x="210990" y="2045489"/>
                  </a:lnTo>
                  <a:lnTo>
                    <a:pt x="171101" y="2025471"/>
                  </a:lnTo>
                  <a:lnTo>
                    <a:pt x="134363" y="2000654"/>
                  </a:lnTo>
                  <a:lnTo>
                    <a:pt x="101187" y="1971452"/>
                  </a:lnTo>
                  <a:lnTo>
                    <a:pt x="71985" y="1938276"/>
                  </a:lnTo>
                  <a:lnTo>
                    <a:pt x="47168" y="1901538"/>
                  </a:lnTo>
                  <a:lnTo>
                    <a:pt x="27150" y="1861649"/>
                  </a:lnTo>
                  <a:lnTo>
                    <a:pt x="12341" y="1819022"/>
                  </a:lnTo>
                  <a:lnTo>
                    <a:pt x="3153" y="1774068"/>
                  </a:lnTo>
                  <a:lnTo>
                    <a:pt x="0" y="1727199"/>
                  </a:lnTo>
                  <a:lnTo>
                    <a:pt x="0" y="345439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1" name="Google Shape;101;p5"/>
          <p:cNvSpPr txBox="1"/>
          <p:nvPr/>
        </p:nvSpPr>
        <p:spPr>
          <a:xfrm>
            <a:off x="5336285" y="3170046"/>
            <a:ext cx="2622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5703570" y="3718941"/>
            <a:ext cx="11277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 : 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441441" y="4267580"/>
            <a:ext cx="97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5342001" y="2159965"/>
            <a:ext cx="151701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CSS Code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5"/>
          <p:cNvGrpSpPr/>
          <p:nvPr/>
        </p:nvGrpSpPr>
        <p:grpSpPr>
          <a:xfrm>
            <a:off x="4191762" y="2551556"/>
            <a:ext cx="2858135" cy="2367915"/>
            <a:chOff x="4191762" y="2551556"/>
            <a:chExt cx="2858135" cy="2367915"/>
          </a:xfrm>
        </p:grpSpPr>
        <p:sp>
          <p:nvSpPr>
            <p:cNvPr id="106" name="Google Shape;106;p5"/>
            <p:cNvSpPr/>
            <p:nvPr/>
          </p:nvSpPr>
          <p:spPr>
            <a:xfrm>
              <a:off x="4191762" y="2551556"/>
              <a:ext cx="2858135" cy="2367915"/>
            </a:xfrm>
            <a:custGeom>
              <a:rect b="b" l="l" r="r" t="t"/>
              <a:pathLst>
                <a:path extrusionOk="0" h="2367915" w="2858134">
                  <a:moveTo>
                    <a:pt x="725678" y="1447800"/>
                  </a:moveTo>
                  <a:lnTo>
                    <a:pt x="703072" y="1430274"/>
                  </a:lnTo>
                  <a:lnTo>
                    <a:pt x="38112" y="2294750"/>
                  </a:lnTo>
                  <a:lnTo>
                    <a:pt x="44069" y="2248662"/>
                  </a:lnTo>
                  <a:lnTo>
                    <a:pt x="45085" y="2240915"/>
                  </a:lnTo>
                  <a:lnTo>
                    <a:pt x="39497" y="2233676"/>
                  </a:lnTo>
                  <a:lnTo>
                    <a:pt x="23876" y="2231644"/>
                  </a:lnTo>
                  <a:lnTo>
                    <a:pt x="16764" y="2237232"/>
                  </a:lnTo>
                  <a:lnTo>
                    <a:pt x="0" y="2367788"/>
                  </a:lnTo>
                  <a:lnTo>
                    <a:pt x="33616" y="2354072"/>
                  </a:lnTo>
                  <a:lnTo>
                    <a:pt x="121793" y="2318131"/>
                  </a:lnTo>
                  <a:lnTo>
                    <a:pt x="125349" y="2309749"/>
                  </a:lnTo>
                  <a:lnTo>
                    <a:pt x="122428" y="2302510"/>
                  </a:lnTo>
                  <a:lnTo>
                    <a:pt x="119380" y="2295144"/>
                  </a:lnTo>
                  <a:lnTo>
                    <a:pt x="111125" y="2291588"/>
                  </a:lnTo>
                  <a:lnTo>
                    <a:pt x="60833" y="2312124"/>
                  </a:lnTo>
                  <a:lnTo>
                    <a:pt x="725678" y="1447800"/>
                  </a:lnTo>
                  <a:close/>
                </a:path>
                <a:path extrusionOk="0" h="2367915" w="2858134">
                  <a:moveTo>
                    <a:pt x="2858135" y="11049"/>
                  </a:moveTo>
                  <a:lnTo>
                    <a:pt x="2849105" y="10287"/>
                  </a:lnTo>
                  <a:lnTo>
                    <a:pt x="2726944" y="0"/>
                  </a:lnTo>
                  <a:lnTo>
                    <a:pt x="2720086" y="5842"/>
                  </a:lnTo>
                  <a:lnTo>
                    <a:pt x="2719451" y="13716"/>
                  </a:lnTo>
                  <a:lnTo>
                    <a:pt x="2718689" y="21590"/>
                  </a:lnTo>
                  <a:lnTo>
                    <a:pt x="2724531" y="28448"/>
                  </a:lnTo>
                  <a:lnTo>
                    <a:pt x="2732405" y="29210"/>
                  </a:lnTo>
                  <a:lnTo>
                    <a:pt x="2778556" y="33070"/>
                  </a:lnTo>
                  <a:lnTo>
                    <a:pt x="1351788" y="712470"/>
                  </a:lnTo>
                  <a:lnTo>
                    <a:pt x="1363980" y="738378"/>
                  </a:lnTo>
                  <a:lnTo>
                    <a:pt x="2790875" y="58851"/>
                  </a:lnTo>
                  <a:lnTo>
                    <a:pt x="2764790" y="97155"/>
                  </a:lnTo>
                  <a:lnTo>
                    <a:pt x="2760345" y="103632"/>
                  </a:lnTo>
                  <a:lnTo>
                    <a:pt x="2762123" y="112522"/>
                  </a:lnTo>
                  <a:lnTo>
                    <a:pt x="2775077" y="121412"/>
                  </a:lnTo>
                  <a:lnTo>
                    <a:pt x="2783967" y="119761"/>
                  </a:lnTo>
                  <a:lnTo>
                    <a:pt x="2858135" y="11049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4904993" y="3563874"/>
              <a:ext cx="1905" cy="857250"/>
            </a:xfrm>
            <a:custGeom>
              <a:rect b="b" l="l" r="r" t="t"/>
              <a:pathLst>
                <a:path extrusionOk="0" h="857250" w="1904">
                  <a:moveTo>
                    <a:pt x="1650" y="0"/>
                  </a:moveTo>
                  <a:lnTo>
                    <a:pt x="0" y="857250"/>
                  </a:lnTo>
                </a:path>
              </a:pathLst>
            </a:custGeom>
            <a:noFill/>
            <a:ln cap="flat" cmpd="sng" w="2857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906391" y="3496944"/>
              <a:ext cx="286385" cy="991235"/>
            </a:xfrm>
            <a:custGeom>
              <a:rect b="b" l="l" r="r" t="t"/>
              <a:pathLst>
                <a:path extrusionOk="0" h="991235" w="286385">
                  <a:moveTo>
                    <a:pt x="286004" y="924941"/>
                  </a:moveTo>
                  <a:lnTo>
                    <a:pt x="172593" y="858012"/>
                  </a:lnTo>
                  <a:lnTo>
                    <a:pt x="163830" y="860298"/>
                  </a:lnTo>
                  <a:lnTo>
                    <a:pt x="159893" y="867156"/>
                  </a:lnTo>
                  <a:lnTo>
                    <a:pt x="155829" y="873887"/>
                  </a:lnTo>
                  <a:lnTo>
                    <a:pt x="158115" y="882650"/>
                  </a:lnTo>
                  <a:lnTo>
                    <a:pt x="164846" y="886714"/>
                  </a:lnTo>
                  <a:lnTo>
                    <a:pt x="204787" y="910285"/>
                  </a:lnTo>
                  <a:lnTo>
                    <a:pt x="254" y="909066"/>
                  </a:lnTo>
                  <a:lnTo>
                    <a:pt x="228" y="910590"/>
                  </a:lnTo>
                  <a:lnTo>
                    <a:pt x="114" y="924712"/>
                  </a:lnTo>
                  <a:lnTo>
                    <a:pt x="0" y="937641"/>
                  </a:lnTo>
                  <a:lnTo>
                    <a:pt x="204673" y="938860"/>
                  </a:lnTo>
                  <a:lnTo>
                    <a:pt x="157607" y="965962"/>
                  </a:lnTo>
                  <a:lnTo>
                    <a:pt x="155321" y="974725"/>
                  </a:lnTo>
                  <a:lnTo>
                    <a:pt x="159258" y="981456"/>
                  </a:lnTo>
                  <a:lnTo>
                    <a:pt x="163195" y="988314"/>
                  </a:lnTo>
                  <a:lnTo>
                    <a:pt x="171831" y="990727"/>
                  </a:lnTo>
                  <a:lnTo>
                    <a:pt x="261315" y="939165"/>
                  </a:lnTo>
                  <a:lnTo>
                    <a:pt x="286004" y="924941"/>
                  </a:lnTo>
                  <a:close/>
                </a:path>
                <a:path extrusionOk="0" h="991235" w="286385">
                  <a:moveTo>
                    <a:pt x="286004" y="66929"/>
                  </a:moveTo>
                  <a:lnTo>
                    <a:pt x="172593" y="0"/>
                  </a:lnTo>
                  <a:lnTo>
                    <a:pt x="163830" y="2286"/>
                  </a:lnTo>
                  <a:lnTo>
                    <a:pt x="159893" y="9144"/>
                  </a:lnTo>
                  <a:lnTo>
                    <a:pt x="155829" y="15875"/>
                  </a:lnTo>
                  <a:lnTo>
                    <a:pt x="158115" y="24638"/>
                  </a:lnTo>
                  <a:lnTo>
                    <a:pt x="164846" y="28702"/>
                  </a:lnTo>
                  <a:lnTo>
                    <a:pt x="204787" y="52273"/>
                  </a:lnTo>
                  <a:lnTo>
                    <a:pt x="254" y="51054"/>
                  </a:lnTo>
                  <a:lnTo>
                    <a:pt x="228" y="52578"/>
                  </a:lnTo>
                  <a:lnTo>
                    <a:pt x="114" y="66700"/>
                  </a:lnTo>
                  <a:lnTo>
                    <a:pt x="0" y="79629"/>
                  </a:lnTo>
                  <a:lnTo>
                    <a:pt x="204673" y="80848"/>
                  </a:lnTo>
                  <a:lnTo>
                    <a:pt x="157607" y="107962"/>
                  </a:lnTo>
                  <a:lnTo>
                    <a:pt x="155321" y="116713"/>
                  </a:lnTo>
                  <a:lnTo>
                    <a:pt x="159258" y="123444"/>
                  </a:lnTo>
                  <a:lnTo>
                    <a:pt x="163195" y="130302"/>
                  </a:lnTo>
                  <a:lnTo>
                    <a:pt x="171831" y="132715"/>
                  </a:lnTo>
                  <a:lnTo>
                    <a:pt x="261315" y="81153"/>
                  </a:lnTo>
                  <a:lnTo>
                    <a:pt x="286004" y="66929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840349" y="3359657"/>
              <a:ext cx="964565" cy="988060"/>
            </a:xfrm>
            <a:custGeom>
              <a:rect b="b" l="l" r="r" t="t"/>
              <a:pathLst>
                <a:path extrusionOk="0" h="988060" w="964565">
                  <a:moveTo>
                    <a:pt x="132715" y="874522"/>
                  </a:moveTo>
                  <a:lnTo>
                    <a:pt x="130429" y="865759"/>
                  </a:lnTo>
                  <a:lnTo>
                    <a:pt x="123571" y="861822"/>
                  </a:lnTo>
                  <a:lnTo>
                    <a:pt x="116840" y="857758"/>
                  </a:lnTo>
                  <a:lnTo>
                    <a:pt x="108077" y="860044"/>
                  </a:lnTo>
                  <a:lnTo>
                    <a:pt x="104013" y="866902"/>
                  </a:lnTo>
                  <a:lnTo>
                    <a:pt x="80454" y="906932"/>
                  </a:lnTo>
                  <a:lnTo>
                    <a:pt x="81788" y="559308"/>
                  </a:lnTo>
                  <a:lnTo>
                    <a:pt x="53213" y="559308"/>
                  </a:lnTo>
                  <a:lnTo>
                    <a:pt x="52070" y="857377"/>
                  </a:lnTo>
                  <a:lnTo>
                    <a:pt x="52006" y="874014"/>
                  </a:lnTo>
                  <a:lnTo>
                    <a:pt x="51879" y="906678"/>
                  </a:lnTo>
                  <a:lnTo>
                    <a:pt x="28702" y="866521"/>
                  </a:lnTo>
                  <a:lnTo>
                    <a:pt x="24765" y="859790"/>
                  </a:lnTo>
                  <a:lnTo>
                    <a:pt x="16002" y="857377"/>
                  </a:lnTo>
                  <a:lnTo>
                    <a:pt x="9144" y="861314"/>
                  </a:lnTo>
                  <a:lnTo>
                    <a:pt x="2286" y="865378"/>
                  </a:lnTo>
                  <a:lnTo>
                    <a:pt x="0" y="874014"/>
                  </a:lnTo>
                  <a:lnTo>
                    <a:pt x="3937" y="880872"/>
                  </a:lnTo>
                  <a:lnTo>
                    <a:pt x="65913" y="988060"/>
                  </a:lnTo>
                  <a:lnTo>
                    <a:pt x="82562" y="959739"/>
                  </a:lnTo>
                  <a:lnTo>
                    <a:pt x="128651" y="881380"/>
                  </a:lnTo>
                  <a:lnTo>
                    <a:pt x="132715" y="874522"/>
                  </a:lnTo>
                  <a:close/>
                </a:path>
                <a:path extrusionOk="0" h="988060" w="964565">
                  <a:moveTo>
                    <a:pt x="964057" y="0"/>
                  </a:moveTo>
                  <a:lnTo>
                    <a:pt x="852043" y="52451"/>
                  </a:lnTo>
                  <a:lnTo>
                    <a:pt x="844931" y="55880"/>
                  </a:lnTo>
                  <a:lnTo>
                    <a:pt x="841883" y="64389"/>
                  </a:lnTo>
                  <a:lnTo>
                    <a:pt x="845185" y="71501"/>
                  </a:lnTo>
                  <a:lnTo>
                    <a:pt x="848487" y="78359"/>
                  </a:lnTo>
                  <a:lnTo>
                    <a:pt x="848614" y="78613"/>
                  </a:lnTo>
                  <a:lnTo>
                    <a:pt x="857123" y="81661"/>
                  </a:lnTo>
                  <a:lnTo>
                    <a:pt x="906170" y="58674"/>
                  </a:lnTo>
                  <a:lnTo>
                    <a:pt x="736854" y="303911"/>
                  </a:lnTo>
                  <a:lnTo>
                    <a:pt x="760476" y="320167"/>
                  </a:lnTo>
                  <a:lnTo>
                    <a:pt x="929703" y="74891"/>
                  </a:lnTo>
                  <a:lnTo>
                    <a:pt x="926211" y="121158"/>
                  </a:lnTo>
                  <a:lnTo>
                    <a:pt x="925576" y="129032"/>
                  </a:lnTo>
                  <a:lnTo>
                    <a:pt x="931545" y="135890"/>
                  </a:lnTo>
                  <a:lnTo>
                    <a:pt x="939419" y="136525"/>
                  </a:lnTo>
                  <a:lnTo>
                    <a:pt x="947293" y="137033"/>
                  </a:lnTo>
                  <a:lnTo>
                    <a:pt x="954151" y="131191"/>
                  </a:lnTo>
                  <a:lnTo>
                    <a:pt x="954659" y="123317"/>
                  </a:lnTo>
                  <a:lnTo>
                    <a:pt x="962901" y="15113"/>
                  </a:lnTo>
                  <a:lnTo>
                    <a:pt x="964057" y="0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0" name="Google Shape;110;p5"/>
          <p:cNvSpPr txBox="1"/>
          <p:nvPr/>
        </p:nvSpPr>
        <p:spPr>
          <a:xfrm>
            <a:off x="7271384" y="2233421"/>
            <a:ext cx="9671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Selector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2484247" y="4948554"/>
            <a:ext cx="19602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Declaration block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5770879" y="4377054"/>
            <a:ext cx="99504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628256" y="3018866"/>
            <a:ext cx="64389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8971" y="6358269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976" y="6217814"/>
            <a:ext cx="406908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2597657" y="365836"/>
            <a:ext cx="395033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rgbClr val="000000"/>
                </a:solidFill>
              </a:rPr>
              <a:t>Selectors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4565" y="2785872"/>
            <a:ext cx="2089868" cy="3072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6"/>
          <p:cNvGrpSpPr/>
          <p:nvPr/>
        </p:nvGrpSpPr>
        <p:grpSpPr>
          <a:xfrm>
            <a:off x="714755" y="2642616"/>
            <a:ext cx="4143756" cy="2161030"/>
            <a:chOff x="714755" y="2642616"/>
            <a:chExt cx="4143756" cy="2161030"/>
          </a:xfrm>
        </p:grpSpPr>
        <p:pic>
          <p:nvPicPr>
            <p:cNvPr id="123" name="Google Shape;12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1549" y="2642616"/>
              <a:ext cx="4136962" cy="733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6"/>
            <p:cNvSpPr/>
            <p:nvPr/>
          </p:nvSpPr>
          <p:spPr>
            <a:xfrm>
              <a:off x="1499615" y="2857500"/>
              <a:ext cx="1905" cy="357505"/>
            </a:xfrm>
            <a:custGeom>
              <a:rect b="b" l="l" r="r" t="t"/>
              <a:pathLst>
                <a:path extrusionOk="0" h="357505" w="1905">
                  <a:moveTo>
                    <a:pt x="1650" y="0"/>
                  </a:moveTo>
                  <a:lnTo>
                    <a:pt x="0" y="357250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5" name="Google Shape;125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55" y="3357372"/>
              <a:ext cx="4143755" cy="731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6"/>
            <p:cNvSpPr/>
            <p:nvPr/>
          </p:nvSpPr>
          <p:spPr>
            <a:xfrm>
              <a:off x="1499615" y="3500627"/>
              <a:ext cx="1905" cy="357505"/>
            </a:xfrm>
            <a:custGeom>
              <a:rect b="b" l="l" r="r" t="t"/>
              <a:pathLst>
                <a:path extrusionOk="0" h="357504" w="1905">
                  <a:moveTo>
                    <a:pt x="1650" y="0"/>
                  </a:moveTo>
                  <a:lnTo>
                    <a:pt x="0" y="357251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7" name="Google Shape;127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55" y="4072127"/>
              <a:ext cx="4143755" cy="731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6"/>
            <p:cNvSpPr/>
            <p:nvPr/>
          </p:nvSpPr>
          <p:spPr>
            <a:xfrm>
              <a:off x="1499615" y="4215383"/>
              <a:ext cx="1905" cy="357505"/>
            </a:xfrm>
            <a:custGeom>
              <a:rect b="b" l="l" r="r" t="t"/>
              <a:pathLst>
                <a:path extrusionOk="0" h="357504" w="1905">
                  <a:moveTo>
                    <a:pt x="1650" y="0"/>
                  </a:moveTo>
                  <a:lnTo>
                    <a:pt x="0" y="357251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29" name="Google Shape;129;p6"/>
          <p:cNvGrpSpPr/>
          <p:nvPr/>
        </p:nvGrpSpPr>
        <p:grpSpPr>
          <a:xfrm>
            <a:off x="714755" y="4858511"/>
            <a:ext cx="4143756" cy="1444752"/>
            <a:chOff x="714755" y="4858511"/>
            <a:chExt cx="4143756" cy="1444752"/>
          </a:xfrm>
        </p:grpSpPr>
        <p:pic>
          <p:nvPicPr>
            <p:cNvPr id="130" name="Google Shape;13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1549" y="4858511"/>
              <a:ext cx="4136962" cy="731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6"/>
            <p:cNvSpPr/>
            <p:nvPr/>
          </p:nvSpPr>
          <p:spPr>
            <a:xfrm>
              <a:off x="1499615" y="5000243"/>
              <a:ext cx="1905" cy="357505"/>
            </a:xfrm>
            <a:custGeom>
              <a:rect b="b" l="l" r="r" t="t"/>
              <a:pathLst>
                <a:path extrusionOk="0" h="357504" w="1905">
                  <a:moveTo>
                    <a:pt x="1650" y="0"/>
                  </a:moveTo>
                  <a:lnTo>
                    <a:pt x="0" y="357250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2" name="Google Shape;13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55" y="5571743"/>
              <a:ext cx="4143755" cy="731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6"/>
            <p:cNvSpPr/>
            <p:nvPr/>
          </p:nvSpPr>
          <p:spPr>
            <a:xfrm>
              <a:off x="1499615" y="5715000"/>
              <a:ext cx="1905" cy="357505"/>
            </a:xfrm>
            <a:custGeom>
              <a:rect b="b" l="l" r="r" t="t"/>
              <a:pathLst>
                <a:path extrusionOk="0" h="357504" w="1905">
                  <a:moveTo>
                    <a:pt x="1650" y="0"/>
                  </a:moveTo>
                  <a:lnTo>
                    <a:pt x="0" y="357187"/>
                  </a:lnTo>
                </a:path>
              </a:pathLst>
            </a:custGeom>
            <a:noFill/>
            <a:ln cap="flat" cmpd="sng" w="9525">
              <a:solidFill>
                <a:srgbClr val="49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34" name="Google Shape;13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0100" y="6085475"/>
            <a:ext cx="1330172" cy="41923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677418" y="1126997"/>
            <a:ext cx="7967980" cy="784860"/>
          </a:xfrm>
          <a:custGeom>
            <a:rect b="b" l="l" r="r" t="t"/>
            <a:pathLst>
              <a:path extrusionOk="0" h="784860" w="7967980">
                <a:moveTo>
                  <a:pt x="0" y="130810"/>
                </a:moveTo>
                <a:lnTo>
                  <a:pt x="10280" y="79884"/>
                </a:lnTo>
                <a:lnTo>
                  <a:pt x="38315" y="38306"/>
                </a:lnTo>
                <a:lnTo>
                  <a:pt x="79895" y="10277"/>
                </a:lnTo>
                <a:lnTo>
                  <a:pt x="130809" y="0"/>
                </a:lnTo>
                <a:lnTo>
                  <a:pt x="7836661" y="0"/>
                </a:lnTo>
                <a:lnTo>
                  <a:pt x="7887587" y="10277"/>
                </a:lnTo>
                <a:lnTo>
                  <a:pt x="7929165" y="38306"/>
                </a:lnTo>
                <a:lnTo>
                  <a:pt x="7957194" y="79884"/>
                </a:lnTo>
                <a:lnTo>
                  <a:pt x="7967472" y="130810"/>
                </a:lnTo>
                <a:lnTo>
                  <a:pt x="7967472" y="654050"/>
                </a:lnTo>
                <a:lnTo>
                  <a:pt x="7957194" y="704975"/>
                </a:lnTo>
                <a:lnTo>
                  <a:pt x="7929165" y="746553"/>
                </a:lnTo>
                <a:lnTo>
                  <a:pt x="7887587" y="774582"/>
                </a:lnTo>
                <a:lnTo>
                  <a:pt x="7836661" y="784860"/>
                </a:lnTo>
                <a:lnTo>
                  <a:pt x="130809" y="784860"/>
                </a:lnTo>
                <a:lnTo>
                  <a:pt x="79895" y="774582"/>
                </a:lnTo>
                <a:lnTo>
                  <a:pt x="38315" y="746553"/>
                </a:lnTo>
                <a:lnTo>
                  <a:pt x="10280" y="704975"/>
                </a:lnTo>
                <a:lnTo>
                  <a:pt x="0" y="654050"/>
                </a:lnTo>
                <a:lnTo>
                  <a:pt x="0" y="13081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6" name="Google Shape;136;p6"/>
          <p:cNvSpPr/>
          <p:nvPr/>
        </p:nvSpPr>
        <p:spPr>
          <a:xfrm>
            <a:off x="665226" y="1983485"/>
            <a:ext cx="8001000" cy="571500"/>
          </a:xfrm>
          <a:custGeom>
            <a:rect b="b" l="l" r="r" t="t"/>
            <a:pathLst>
              <a:path extrusionOk="0" h="571500" w="8001000">
                <a:moveTo>
                  <a:pt x="0" y="95250"/>
                </a:moveTo>
                <a:lnTo>
                  <a:pt x="7485" y="58185"/>
                </a:lnTo>
                <a:lnTo>
                  <a:pt x="27898" y="27908"/>
                </a:lnTo>
                <a:lnTo>
                  <a:pt x="58175" y="7489"/>
                </a:lnTo>
                <a:lnTo>
                  <a:pt x="95250" y="0"/>
                </a:lnTo>
                <a:lnTo>
                  <a:pt x="7905750" y="0"/>
                </a:lnTo>
                <a:lnTo>
                  <a:pt x="7942814" y="7489"/>
                </a:lnTo>
                <a:lnTo>
                  <a:pt x="7973091" y="27908"/>
                </a:lnTo>
                <a:lnTo>
                  <a:pt x="7993510" y="58185"/>
                </a:lnTo>
                <a:lnTo>
                  <a:pt x="8001000" y="95250"/>
                </a:lnTo>
                <a:lnTo>
                  <a:pt x="8001000" y="476250"/>
                </a:lnTo>
                <a:lnTo>
                  <a:pt x="7993510" y="513314"/>
                </a:lnTo>
                <a:lnTo>
                  <a:pt x="7973091" y="543591"/>
                </a:lnTo>
                <a:lnTo>
                  <a:pt x="7942814" y="564010"/>
                </a:lnTo>
                <a:lnTo>
                  <a:pt x="7905750" y="571500"/>
                </a:lnTo>
                <a:lnTo>
                  <a:pt x="95250" y="571500"/>
                </a:lnTo>
                <a:lnTo>
                  <a:pt x="58175" y="564010"/>
                </a:lnTo>
                <a:lnTo>
                  <a:pt x="27898" y="543591"/>
                </a:lnTo>
                <a:lnTo>
                  <a:pt x="7485" y="513314"/>
                </a:lnTo>
                <a:lnTo>
                  <a:pt x="0" y="476250"/>
                </a:lnTo>
                <a:lnTo>
                  <a:pt x="0" y="9525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" name="Google Shape;137;p6"/>
          <p:cNvSpPr txBox="1"/>
          <p:nvPr/>
        </p:nvSpPr>
        <p:spPr>
          <a:xfrm>
            <a:off x="838210" y="1454376"/>
            <a:ext cx="72486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selectors are used to select the HTML elements you want to style.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CSS selectors divided into five categories 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688339" lvl="0" marL="980439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6FC0"/>
              </a:buClr>
              <a:buSzPts val="2400"/>
              <a:buFont typeface="Arial"/>
              <a:buAutoNum type="arabicPlain"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CSS Element Selector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753110" lvl="0" marL="978535" rtl="0" algn="l">
              <a:lnSpc>
                <a:spcPct val="100000"/>
              </a:lnSpc>
              <a:spcBef>
                <a:spcPts val="2255"/>
              </a:spcBef>
              <a:spcAft>
                <a:spcPts val="0"/>
              </a:spcAft>
              <a:buClr>
                <a:srgbClr val="006FC0"/>
              </a:buClr>
              <a:buSzPts val="2400"/>
              <a:buFont typeface="Arial"/>
              <a:buAutoNum type="arabicPlain"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CSS Id Selector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688975" lvl="0" marL="9696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400"/>
              <a:buFont typeface="Arial"/>
              <a:buAutoNum type="arabicPlain"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CSS Class Selector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596899" lvl="0" marL="948689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6FC0"/>
              </a:buClr>
              <a:buSzPts val="2000"/>
              <a:buFont typeface="Arial"/>
              <a:buAutoNum type="arabicPlain"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CSS Universal Selector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69900" lvl="0" marL="885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2000"/>
              <a:buFont typeface="Arial"/>
              <a:buAutoNum type="arabicPlain"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CSS Grouping Selector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059" y="6438868"/>
            <a:ext cx="358140" cy="3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579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rgbClr val="000000"/>
                </a:solidFill>
              </a:rPr>
              <a:t>Element </a:t>
            </a:r>
            <a:r>
              <a:rPr lang="en-US" sz="4400"/>
              <a:t>Selectors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43890" y="1657350"/>
            <a:ext cx="7714615" cy="914400"/>
          </a:xfrm>
          <a:custGeom>
            <a:rect b="b" l="l" r="r" t="t"/>
            <a:pathLst>
              <a:path extrusionOk="0" h="914400" w="7714615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562087" y="0"/>
                </a:lnTo>
                <a:lnTo>
                  <a:pt x="7610270" y="7766"/>
                </a:lnTo>
                <a:lnTo>
                  <a:pt x="7652107" y="29394"/>
                </a:lnTo>
                <a:lnTo>
                  <a:pt x="7685093" y="62380"/>
                </a:lnTo>
                <a:lnTo>
                  <a:pt x="7706721" y="104217"/>
                </a:lnTo>
                <a:lnTo>
                  <a:pt x="7714487" y="152400"/>
                </a:lnTo>
                <a:lnTo>
                  <a:pt x="7714487" y="762000"/>
                </a:lnTo>
                <a:lnTo>
                  <a:pt x="7706721" y="810182"/>
                </a:lnTo>
                <a:lnTo>
                  <a:pt x="7685093" y="852019"/>
                </a:lnTo>
                <a:lnTo>
                  <a:pt x="7652107" y="885005"/>
                </a:lnTo>
                <a:lnTo>
                  <a:pt x="7610270" y="906633"/>
                </a:lnTo>
                <a:lnTo>
                  <a:pt x="7562087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7"/>
          <p:cNvSpPr txBox="1"/>
          <p:nvPr/>
        </p:nvSpPr>
        <p:spPr>
          <a:xfrm>
            <a:off x="766368" y="1791716"/>
            <a:ext cx="719328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The element selector selects HTML elements based on the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element name.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7"/>
          <p:cNvGrpSpPr/>
          <p:nvPr/>
        </p:nvGrpSpPr>
        <p:grpSpPr>
          <a:xfrm>
            <a:off x="4928615" y="2714244"/>
            <a:ext cx="3428999" cy="2947416"/>
            <a:chOff x="4928615" y="2714244"/>
            <a:chExt cx="3428999" cy="2947416"/>
          </a:xfrm>
        </p:grpSpPr>
        <p:pic>
          <p:nvPicPr>
            <p:cNvPr id="147" name="Google Shape;14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28615" y="2714244"/>
              <a:ext cx="3428999" cy="2947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7"/>
            <p:cNvSpPr/>
            <p:nvPr/>
          </p:nvSpPr>
          <p:spPr>
            <a:xfrm>
              <a:off x="5001005" y="3001518"/>
              <a:ext cx="3287395" cy="2516505"/>
            </a:xfrm>
            <a:custGeom>
              <a:rect b="b" l="l" r="r" t="t"/>
              <a:pathLst>
                <a:path extrusionOk="0" h="2516504" w="3287395">
                  <a:moveTo>
                    <a:pt x="3287267" y="0"/>
                  </a:moveTo>
                  <a:lnTo>
                    <a:pt x="0" y="0"/>
                  </a:lnTo>
                  <a:lnTo>
                    <a:pt x="0" y="2516124"/>
                  </a:lnTo>
                  <a:lnTo>
                    <a:pt x="3287267" y="2516124"/>
                  </a:lnTo>
                  <a:lnTo>
                    <a:pt x="3287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5001005" y="3001518"/>
              <a:ext cx="3287395" cy="2516505"/>
            </a:xfrm>
            <a:custGeom>
              <a:rect b="b" l="l" r="r" t="t"/>
              <a:pathLst>
                <a:path extrusionOk="0" h="2516504" w="3287395">
                  <a:moveTo>
                    <a:pt x="0" y="2516124"/>
                  </a:moveTo>
                  <a:lnTo>
                    <a:pt x="3287267" y="2516124"/>
                  </a:lnTo>
                  <a:lnTo>
                    <a:pt x="3287267" y="0"/>
                  </a:lnTo>
                  <a:lnTo>
                    <a:pt x="0" y="0"/>
                  </a:lnTo>
                  <a:lnTo>
                    <a:pt x="0" y="2516124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5234939" y="3254248"/>
              <a:ext cx="236220" cy="280670"/>
            </a:xfrm>
            <a:custGeom>
              <a:rect b="b" l="l" r="r" t="t"/>
              <a:pathLst>
                <a:path extrusionOk="0" h="280670" w="236220">
                  <a:moveTo>
                    <a:pt x="236220" y="0"/>
                  </a:moveTo>
                  <a:lnTo>
                    <a:pt x="0" y="0"/>
                  </a:lnTo>
                  <a:lnTo>
                    <a:pt x="0" y="280415"/>
                  </a:lnTo>
                  <a:lnTo>
                    <a:pt x="236220" y="280415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1" name="Google Shape;151;p7"/>
          <p:cNvSpPr txBox="1"/>
          <p:nvPr/>
        </p:nvSpPr>
        <p:spPr>
          <a:xfrm>
            <a:off x="5223128" y="3232861"/>
            <a:ext cx="2622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485257" y="3782059"/>
            <a:ext cx="10217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5223128" y="4056379"/>
            <a:ext cx="977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0100" y="6085475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7" y="6101990"/>
            <a:ext cx="406908" cy="3948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7"/>
          <p:cNvGrpSpPr/>
          <p:nvPr/>
        </p:nvGrpSpPr>
        <p:grpSpPr>
          <a:xfrm>
            <a:off x="757938" y="2732252"/>
            <a:ext cx="3645655" cy="2905395"/>
            <a:chOff x="757938" y="2732252"/>
            <a:chExt cx="3645655" cy="2905395"/>
          </a:xfrm>
        </p:grpSpPr>
        <p:pic>
          <p:nvPicPr>
            <p:cNvPr id="157" name="Google Shape;157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7938" y="2732252"/>
              <a:ext cx="3645655" cy="2905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7"/>
            <p:cNvSpPr/>
            <p:nvPr/>
          </p:nvSpPr>
          <p:spPr>
            <a:xfrm>
              <a:off x="857249" y="3001517"/>
              <a:ext cx="3429000" cy="2516505"/>
            </a:xfrm>
            <a:custGeom>
              <a:rect b="b" l="l" r="r" t="t"/>
              <a:pathLst>
                <a:path extrusionOk="0" h="2516504" w="3429000">
                  <a:moveTo>
                    <a:pt x="3429000" y="0"/>
                  </a:moveTo>
                  <a:lnTo>
                    <a:pt x="0" y="0"/>
                  </a:lnTo>
                  <a:lnTo>
                    <a:pt x="0" y="2516124"/>
                  </a:lnTo>
                  <a:lnTo>
                    <a:pt x="3429000" y="2516124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57249" y="3001517"/>
              <a:ext cx="3429000" cy="2516505"/>
            </a:xfrm>
            <a:custGeom>
              <a:rect b="b" l="l" r="r" t="t"/>
              <a:pathLst>
                <a:path extrusionOk="0" h="2516504" w="3429000">
                  <a:moveTo>
                    <a:pt x="0" y="2516124"/>
                  </a:moveTo>
                  <a:lnTo>
                    <a:pt x="3429000" y="2516124"/>
                  </a:lnTo>
                  <a:lnTo>
                    <a:pt x="3429000" y="0"/>
                  </a:lnTo>
                  <a:lnTo>
                    <a:pt x="0" y="0"/>
                  </a:lnTo>
                  <a:lnTo>
                    <a:pt x="0" y="2516124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1482090" y="3978401"/>
              <a:ext cx="236220" cy="280670"/>
            </a:xfrm>
            <a:custGeom>
              <a:rect b="b" l="l" r="r" t="t"/>
              <a:pathLst>
                <a:path extrusionOk="0" h="280670" w="236219">
                  <a:moveTo>
                    <a:pt x="236220" y="0"/>
                  </a:moveTo>
                  <a:lnTo>
                    <a:pt x="0" y="0"/>
                  </a:lnTo>
                  <a:lnTo>
                    <a:pt x="0" y="280416"/>
                  </a:lnTo>
                  <a:lnTo>
                    <a:pt x="236220" y="280416"/>
                  </a:lnTo>
                  <a:lnTo>
                    <a:pt x="236220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1" name="Google Shape;161;p7"/>
          <p:cNvSpPr txBox="1"/>
          <p:nvPr/>
        </p:nvSpPr>
        <p:spPr>
          <a:xfrm>
            <a:off x="936142" y="3408679"/>
            <a:ext cx="7181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355216" y="3957015"/>
            <a:ext cx="219202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&gt;Tour&lt;/h1&gt;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936142" y="4506214"/>
            <a:ext cx="8064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690116" y="3417951"/>
            <a:ext cx="3454400" cy="601345"/>
          </a:xfrm>
          <a:custGeom>
            <a:rect b="b" l="l" r="r" t="t"/>
            <a:pathLst>
              <a:path extrusionOk="0" h="601345" w="3454400">
                <a:moveTo>
                  <a:pt x="3367150" y="28189"/>
                </a:moveTo>
                <a:lnTo>
                  <a:pt x="0" y="573024"/>
                </a:lnTo>
                <a:lnTo>
                  <a:pt x="4571" y="601218"/>
                </a:lnTo>
                <a:lnTo>
                  <a:pt x="3371722" y="56383"/>
                </a:lnTo>
                <a:lnTo>
                  <a:pt x="3367212" y="28575"/>
                </a:lnTo>
                <a:lnTo>
                  <a:pt x="3367150" y="28189"/>
                </a:lnTo>
                <a:close/>
              </a:path>
              <a:path extrusionOk="0" h="601345" w="3454400">
                <a:moveTo>
                  <a:pt x="3445599" y="25908"/>
                </a:moveTo>
                <a:lnTo>
                  <a:pt x="3381248" y="25908"/>
                </a:lnTo>
                <a:lnTo>
                  <a:pt x="3385820" y="54101"/>
                </a:lnTo>
                <a:lnTo>
                  <a:pt x="3371722" y="56383"/>
                </a:lnTo>
                <a:lnTo>
                  <a:pt x="3376295" y="84582"/>
                </a:lnTo>
                <a:lnTo>
                  <a:pt x="3454146" y="28575"/>
                </a:lnTo>
                <a:lnTo>
                  <a:pt x="3445599" y="25908"/>
                </a:lnTo>
                <a:close/>
              </a:path>
              <a:path extrusionOk="0" h="601345" w="3454400">
                <a:moveTo>
                  <a:pt x="3381248" y="25908"/>
                </a:moveTo>
                <a:lnTo>
                  <a:pt x="3367150" y="28189"/>
                </a:lnTo>
                <a:lnTo>
                  <a:pt x="3371722" y="56383"/>
                </a:lnTo>
                <a:lnTo>
                  <a:pt x="3385820" y="54101"/>
                </a:lnTo>
                <a:lnTo>
                  <a:pt x="3381248" y="25908"/>
                </a:lnTo>
                <a:close/>
              </a:path>
              <a:path extrusionOk="0" h="601345" w="3454400">
                <a:moveTo>
                  <a:pt x="3362579" y="0"/>
                </a:moveTo>
                <a:lnTo>
                  <a:pt x="3367150" y="28189"/>
                </a:lnTo>
                <a:lnTo>
                  <a:pt x="3381248" y="25908"/>
                </a:lnTo>
                <a:lnTo>
                  <a:pt x="3445599" y="25908"/>
                </a:lnTo>
                <a:lnTo>
                  <a:pt x="3362579" y="0"/>
                </a:lnTo>
                <a:close/>
              </a:path>
            </a:pathLst>
          </a:custGeom>
          <a:solidFill>
            <a:srgbClr val="1737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1426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rgbClr val="000000"/>
                </a:solidFill>
              </a:rPr>
              <a:t>Id </a:t>
            </a:r>
            <a:r>
              <a:rPr lang="en-US" sz="4400"/>
              <a:t>Selectors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00633" y="1643633"/>
            <a:ext cx="8144509" cy="643255"/>
          </a:xfrm>
          <a:custGeom>
            <a:rect b="b" l="l" r="r" t="t"/>
            <a:pathLst>
              <a:path extrusionOk="0" h="643255" w="8144509">
                <a:moveTo>
                  <a:pt x="0" y="107187"/>
                </a:moveTo>
                <a:lnTo>
                  <a:pt x="8423" y="65472"/>
                </a:lnTo>
                <a:lnTo>
                  <a:pt x="31395" y="31400"/>
                </a:lnTo>
                <a:lnTo>
                  <a:pt x="65467" y="8425"/>
                </a:lnTo>
                <a:lnTo>
                  <a:pt x="107187" y="0"/>
                </a:lnTo>
                <a:lnTo>
                  <a:pt x="8037068" y="0"/>
                </a:lnTo>
                <a:lnTo>
                  <a:pt x="8078783" y="8425"/>
                </a:lnTo>
                <a:lnTo>
                  <a:pt x="8112855" y="31400"/>
                </a:lnTo>
                <a:lnTo>
                  <a:pt x="8135830" y="65472"/>
                </a:lnTo>
                <a:lnTo>
                  <a:pt x="8144256" y="107187"/>
                </a:lnTo>
                <a:lnTo>
                  <a:pt x="8144256" y="535939"/>
                </a:lnTo>
                <a:lnTo>
                  <a:pt x="8135830" y="577655"/>
                </a:lnTo>
                <a:lnTo>
                  <a:pt x="8112855" y="611727"/>
                </a:lnTo>
                <a:lnTo>
                  <a:pt x="8078783" y="634702"/>
                </a:lnTo>
                <a:lnTo>
                  <a:pt x="8037068" y="643127"/>
                </a:lnTo>
                <a:lnTo>
                  <a:pt x="107187" y="643127"/>
                </a:lnTo>
                <a:lnTo>
                  <a:pt x="65467" y="634702"/>
                </a:lnTo>
                <a:lnTo>
                  <a:pt x="31395" y="611727"/>
                </a:lnTo>
                <a:lnTo>
                  <a:pt x="8423" y="577655"/>
                </a:lnTo>
                <a:lnTo>
                  <a:pt x="0" y="535939"/>
                </a:lnTo>
                <a:lnTo>
                  <a:pt x="0" y="107187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8"/>
          <p:cNvSpPr/>
          <p:nvPr/>
        </p:nvSpPr>
        <p:spPr>
          <a:xfrm>
            <a:off x="500633" y="2430017"/>
            <a:ext cx="8144509" cy="643255"/>
          </a:xfrm>
          <a:custGeom>
            <a:rect b="b" l="l" r="r" t="t"/>
            <a:pathLst>
              <a:path extrusionOk="0" h="643255" w="8144509">
                <a:moveTo>
                  <a:pt x="0" y="107187"/>
                </a:moveTo>
                <a:lnTo>
                  <a:pt x="8423" y="65472"/>
                </a:lnTo>
                <a:lnTo>
                  <a:pt x="31395" y="31400"/>
                </a:lnTo>
                <a:lnTo>
                  <a:pt x="65467" y="8425"/>
                </a:lnTo>
                <a:lnTo>
                  <a:pt x="107187" y="0"/>
                </a:lnTo>
                <a:lnTo>
                  <a:pt x="8037068" y="0"/>
                </a:lnTo>
                <a:lnTo>
                  <a:pt x="8078783" y="8425"/>
                </a:lnTo>
                <a:lnTo>
                  <a:pt x="8112855" y="31400"/>
                </a:lnTo>
                <a:lnTo>
                  <a:pt x="8135830" y="65472"/>
                </a:lnTo>
                <a:lnTo>
                  <a:pt x="8144256" y="107187"/>
                </a:lnTo>
                <a:lnTo>
                  <a:pt x="8144256" y="535940"/>
                </a:lnTo>
                <a:lnTo>
                  <a:pt x="8135830" y="577655"/>
                </a:lnTo>
                <a:lnTo>
                  <a:pt x="8112855" y="611727"/>
                </a:lnTo>
                <a:lnTo>
                  <a:pt x="8078783" y="634702"/>
                </a:lnTo>
                <a:lnTo>
                  <a:pt x="8037068" y="643128"/>
                </a:lnTo>
                <a:lnTo>
                  <a:pt x="107187" y="643128"/>
                </a:lnTo>
                <a:lnTo>
                  <a:pt x="65467" y="634702"/>
                </a:lnTo>
                <a:lnTo>
                  <a:pt x="31395" y="611727"/>
                </a:lnTo>
                <a:lnTo>
                  <a:pt x="8423" y="577655"/>
                </a:lnTo>
                <a:lnTo>
                  <a:pt x="0" y="535940"/>
                </a:lnTo>
                <a:lnTo>
                  <a:pt x="0" y="107187"/>
                </a:lnTo>
                <a:close/>
              </a:path>
            </a:pathLst>
          </a:custGeom>
          <a:noFill/>
          <a:ln cap="flat" cmpd="sng" w="25400">
            <a:solidFill>
              <a:srgbClr val="24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" name="Google Shape;172;p8"/>
          <p:cNvSpPr/>
          <p:nvPr/>
        </p:nvSpPr>
        <p:spPr>
          <a:xfrm>
            <a:off x="532637" y="3190494"/>
            <a:ext cx="8144509" cy="643255"/>
          </a:xfrm>
          <a:custGeom>
            <a:rect b="b" l="l" r="r" t="t"/>
            <a:pathLst>
              <a:path extrusionOk="0" h="643254" w="8144509">
                <a:moveTo>
                  <a:pt x="0" y="107187"/>
                </a:moveTo>
                <a:lnTo>
                  <a:pt x="8423" y="65472"/>
                </a:lnTo>
                <a:lnTo>
                  <a:pt x="31395" y="31400"/>
                </a:lnTo>
                <a:lnTo>
                  <a:pt x="65467" y="8425"/>
                </a:lnTo>
                <a:lnTo>
                  <a:pt x="107188" y="0"/>
                </a:lnTo>
                <a:lnTo>
                  <a:pt x="8037067" y="0"/>
                </a:lnTo>
                <a:lnTo>
                  <a:pt x="8078783" y="8425"/>
                </a:lnTo>
                <a:lnTo>
                  <a:pt x="8112855" y="31400"/>
                </a:lnTo>
                <a:lnTo>
                  <a:pt x="8135830" y="65472"/>
                </a:lnTo>
                <a:lnTo>
                  <a:pt x="8144256" y="107187"/>
                </a:lnTo>
                <a:lnTo>
                  <a:pt x="8144256" y="535939"/>
                </a:lnTo>
                <a:lnTo>
                  <a:pt x="8135830" y="577655"/>
                </a:lnTo>
                <a:lnTo>
                  <a:pt x="8112855" y="611727"/>
                </a:lnTo>
                <a:lnTo>
                  <a:pt x="8078783" y="634702"/>
                </a:lnTo>
                <a:lnTo>
                  <a:pt x="8037067" y="643127"/>
                </a:lnTo>
                <a:lnTo>
                  <a:pt x="107188" y="643127"/>
                </a:lnTo>
                <a:lnTo>
                  <a:pt x="65467" y="634702"/>
                </a:lnTo>
                <a:lnTo>
                  <a:pt x="31395" y="611727"/>
                </a:lnTo>
                <a:lnTo>
                  <a:pt x="8423" y="577655"/>
                </a:lnTo>
                <a:lnTo>
                  <a:pt x="0" y="535939"/>
                </a:lnTo>
                <a:lnTo>
                  <a:pt x="0" y="107187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8"/>
          <p:cNvSpPr txBox="1"/>
          <p:nvPr/>
        </p:nvSpPr>
        <p:spPr>
          <a:xfrm>
            <a:off x="549549" y="1795399"/>
            <a:ext cx="8096250" cy="186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3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The id selector selects HTML elements based on the id attribute.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73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The id selector is used to select one unique element.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04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Write a hash (#) character, followed by the id of the element.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8"/>
          <p:cNvGrpSpPr/>
          <p:nvPr/>
        </p:nvGrpSpPr>
        <p:grpSpPr>
          <a:xfrm>
            <a:off x="449580" y="3950208"/>
            <a:ext cx="8252320" cy="2708147"/>
            <a:chOff x="449580" y="3950208"/>
            <a:chExt cx="8252320" cy="2708147"/>
          </a:xfrm>
        </p:grpSpPr>
        <p:pic>
          <p:nvPicPr>
            <p:cNvPr id="175" name="Google Shape;17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71728" y="6228731"/>
              <a:ext cx="1330172" cy="4192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9580" y="6205863"/>
              <a:ext cx="466344" cy="452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9016" y="3950208"/>
              <a:ext cx="4347972" cy="2264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8"/>
            <p:cNvSpPr/>
            <p:nvPr/>
          </p:nvSpPr>
          <p:spPr>
            <a:xfrm>
              <a:off x="634746" y="4149090"/>
              <a:ext cx="4099560" cy="1938655"/>
            </a:xfrm>
            <a:custGeom>
              <a:rect b="b" l="l" r="r" t="t"/>
              <a:pathLst>
                <a:path extrusionOk="0" h="1938654" w="4099560">
                  <a:moveTo>
                    <a:pt x="4099560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4099560" y="1938527"/>
                  </a:lnTo>
                  <a:lnTo>
                    <a:pt x="40995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1548130" y="4837557"/>
              <a:ext cx="1262380" cy="280670"/>
            </a:xfrm>
            <a:custGeom>
              <a:rect b="b" l="l" r="r" t="t"/>
              <a:pathLst>
                <a:path extrusionOk="0" h="280670" w="1262380">
                  <a:moveTo>
                    <a:pt x="1261871" y="0"/>
                  </a:moveTo>
                  <a:lnTo>
                    <a:pt x="0" y="0"/>
                  </a:lnTo>
                  <a:lnTo>
                    <a:pt x="0" y="280415"/>
                  </a:lnTo>
                  <a:lnTo>
                    <a:pt x="1261871" y="280415"/>
                  </a:lnTo>
                  <a:lnTo>
                    <a:pt x="1261871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0" name="Google Shape;180;p8"/>
          <p:cNvSpPr txBox="1"/>
          <p:nvPr/>
        </p:nvSpPr>
        <p:spPr>
          <a:xfrm>
            <a:off x="634745" y="4149090"/>
            <a:ext cx="4099560" cy="1527982"/>
          </a:xfrm>
          <a:prstGeom prst="rect">
            <a:avLst/>
          </a:pr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0" lvl="0" marL="90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85115" rtl="0" algn="ctr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&lt;h1 id=“header”&gt;Tour&lt;/h1&gt;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0170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4873" y="3988280"/>
            <a:ext cx="3820912" cy="220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5063109" y="4438396"/>
            <a:ext cx="785495" cy="28067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#header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4972050" y="4173473"/>
            <a:ext cx="3634740" cy="1915795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369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937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rgbClr val="000000"/>
                </a:solidFill>
              </a:rPr>
              <a:t>Class </a:t>
            </a:r>
            <a:r>
              <a:rPr lang="en-US" sz="4400">
                <a:solidFill>
                  <a:srgbClr val="006FC0"/>
                </a:solidFill>
              </a:rPr>
              <a:t>Selectors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15518" y="1500377"/>
            <a:ext cx="7786370" cy="786765"/>
          </a:xfrm>
          <a:custGeom>
            <a:rect b="b" l="l" r="r" t="t"/>
            <a:pathLst>
              <a:path extrusionOk="0" h="786764" w="7786370">
                <a:moveTo>
                  <a:pt x="0" y="131063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3" y="0"/>
                </a:lnTo>
                <a:lnTo>
                  <a:pt x="7655052" y="0"/>
                </a:lnTo>
                <a:lnTo>
                  <a:pt x="7706070" y="10298"/>
                </a:lnTo>
                <a:lnTo>
                  <a:pt x="7747730" y="38385"/>
                </a:lnTo>
                <a:lnTo>
                  <a:pt x="7775817" y="80045"/>
                </a:lnTo>
                <a:lnTo>
                  <a:pt x="7786115" y="131063"/>
                </a:lnTo>
                <a:lnTo>
                  <a:pt x="7786115" y="655320"/>
                </a:lnTo>
                <a:lnTo>
                  <a:pt x="7775817" y="706338"/>
                </a:lnTo>
                <a:lnTo>
                  <a:pt x="7747730" y="747998"/>
                </a:lnTo>
                <a:lnTo>
                  <a:pt x="7706070" y="776085"/>
                </a:lnTo>
                <a:lnTo>
                  <a:pt x="7655052" y="786384"/>
                </a:lnTo>
                <a:lnTo>
                  <a:pt x="131063" y="786384"/>
                </a:lnTo>
                <a:lnTo>
                  <a:pt x="80045" y="776085"/>
                </a:lnTo>
                <a:lnTo>
                  <a:pt x="38385" y="747998"/>
                </a:lnTo>
                <a:lnTo>
                  <a:pt x="10298" y="706338"/>
                </a:lnTo>
                <a:lnTo>
                  <a:pt x="0" y="655320"/>
                </a:lnTo>
                <a:lnTo>
                  <a:pt x="0" y="131063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" name="Google Shape;190;p9"/>
          <p:cNvSpPr/>
          <p:nvPr/>
        </p:nvSpPr>
        <p:spPr>
          <a:xfrm>
            <a:off x="715518" y="2430017"/>
            <a:ext cx="7786370" cy="713740"/>
          </a:xfrm>
          <a:custGeom>
            <a:rect b="b" l="l" r="r" t="t"/>
            <a:pathLst>
              <a:path extrusionOk="0" h="713739" w="7786370">
                <a:moveTo>
                  <a:pt x="0" y="118872"/>
                </a:moveTo>
                <a:lnTo>
                  <a:pt x="9342" y="72598"/>
                </a:lnTo>
                <a:lnTo>
                  <a:pt x="34818" y="34813"/>
                </a:lnTo>
                <a:lnTo>
                  <a:pt x="72603" y="9340"/>
                </a:lnTo>
                <a:lnTo>
                  <a:pt x="118872" y="0"/>
                </a:lnTo>
                <a:lnTo>
                  <a:pt x="7667243" y="0"/>
                </a:lnTo>
                <a:lnTo>
                  <a:pt x="7713517" y="9340"/>
                </a:lnTo>
                <a:lnTo>
                  <a:pt x="7751302" y="34813"/>
                </a:lnTo>
                <a:lnTo>
                  <a:pt x="7776775" y="72598"/>
                </a:lnTo>
                <a:lnTo>
                  <a:pt x="7786115" y="118872"/>
                </a:lnTo>
                <a:lnTo>
                  <a:pt x="7786115" y="594360"/>
                </a:lnTo>
                <a:lnTo>
                  <a:pt x="7776775" y="640633"/>
                </a:lnTo>
                <a:lnTo>
                  <a:pt x="7751302" y="678418"/>
                </a:lnTo>
                <a:lnTo>
                  <a:pt x="7713517" y="703891"/>
                </a:lnTo>
                <a:lnTo>
                  <a:pt x="7667243" y="713232"/>
                </a:lnTo>
                <a:lnTo>
                  <a:pt x="118872" y="713232"/>
                </a:lnTo>
                <a:lnTo>
                  <a:pt x="72603" y="703891"/>
                </a:lnTo>
                <a:lnTo>
                  <a:pt x="34818" y="678418"/>
                </a:lnTo>
                <a:lnTo>
                  <a:pt x="9342" y="640633"/>
                </a:lnTo>
                <a:lnTo>
                  <a:pt x="0" y="594360"/>
                </a:lnTo>
                <a:lnTo>
                  <a:pt x="0" y="118872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" name="Google Shape;191;p9"/>
          <p:cNvSpPr txBox="1"/>
          <p:nvPr/>
        </p:nvSpPr>
        <p:spPr>
          <a:xfrm>
            <a:off x="831596" y="1571370"/>
            <a:ext cx="7027545" cy="1235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The class selector selects HTML elements with a specific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class attribute.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73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write a period (.) character, followed by the class name</a:t>
            </a:r>
            <a:r>
              <a:rPr lang="en-US" sz="18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2354" y="3302262"/>
            <a:ext cx="2823758" cy="2665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/>
        </p:nvSpPr>
        <p:spPr>
          <a:xfrm>
            <a:off x="5887592" y="3879850"/>
            <a:ext cx="773430" cy="497205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rtl="0" algn="l">
              <a:lnSpc>
                <a:spcPct val="115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5796534" y="3524250"/>
            <a:ext cx="2609215" cy="2312035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369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 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9"/>
          <p:cNvGrpSpPr/>
          <p:nvPr/>
        </p:nvGrpSpPr>
        <p:grpSpPr>
          <a:xfrm>
            <a:off x="756111" y="3302262"/>
            <a:ext cx="4870946" cy="2665032"/>
            <a:chOff x="756111" y="3302262"/>
            <a:chExt cx="4870946" cy="2665032"/>
          </a:xfrm>
        </p:grpSpPr>
        <p:pic>
          <p:nvPicPr>
            <p:cNvPr id="197" name="Google Shape;19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6111" y="3302262"/>
              <a:ext cx="4870946" cy="2665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9"/>
            <p:cNvSpPr/>
            <p:nvPr/>
          </p:nvSpPr>
          <p:spPr>
            <a:xfrm>
              <a:off x="880110" y="3524249"/>
              <a:ext cx="4632960" cy="2312035"/>
            </a:xfrm>
            <a:custGeom>
              <a:rect b="b" l="l" r="r" t="t"/>
              <a:pathLst>
                <a:path extrusionOk="0" h="2312035" w="4632960">
                  <a:moveTo>
                    <a:pt x="4632960" y="0"/>
                  </a:moveTo>
                  <a:lnTo>
                    <a:pt x="0" y="0"/>
                  </a:lnTo>
                  <a:lnTo>
                    <a:pt x="0" y="2311908"/>
                  </a:lnTo>
                  <a:lnTo>
                    <a:pt x="4632960" y="2311908"/>
                  </a:lnTo>
                  <a:lnTo>
                    <a:pt x="46329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1689226" y="4399533"/>
              <a:ext cx="1316990" cy="280670"/>
            </a:xfrm>
            <a:custGeom>
              <a:rect b="b" l="l" r="r" t="t"/>
              <a:pathLst>
                <a:path extrusionOk="0" h="280670" w="1316989">
                  <a:moveTo>
                    <a:pt x="1316736" y="0"/>
                  </a:moveTo>
                  <a:lnTo>
                    <a:pt x="0" y="0"/>
                  </a:lnTo>
                  <a:lnTo>
                    <a:pt x="0" y="280415"/>
                  </a:lnTo>
                  <a:lnTo>
                    <a:pt x="1316736" y="280415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0" name="Google Shape;200;p9"/>
          <p:cNvSpPr txBox="1"/>
          <p:nvPr/>
        </p:nvSpPr>
        <p:spPr>
          <a:xfrm>
            <a:off x="880110" y="3524250"/>
            <a:ext cx="4632960" cy="1728036"/>
          </a:xfrm>
          <a:prstGeom prst="rect">
            <a:avLst/>
          </a:pr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1800">
                <a:solidFill>
                  <a:srgbClr val="1F487C"/>
                </a:solidFill>
                <a:latin typeface="Calibri"/>
                <a:ea typeface="Calibri"/>
                <a:cs typeface="Calibri"/>
                <a:sym typeface="Calibri"/>
              </a:rPr>
              <a:t>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130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487C"/>
                </a:solidFill>
                <a:latin typeface="Calibri"/>
                <a:ea typeface="Calibri"/>
                <a:cs typeface="Calibri"/>
                <a:sym typeface="Calibri"/>
              </a:rPr>
              <a:t>&lt;h1 class=“header”&gt;Tour&lt;/h1&gt;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216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487C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987" y="6294014"/>
            <a:ext cx="406907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403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rgbClr val="000000"/>
                </a:solidFill>
              </a:rPr>
              <a:t>Universal </a:t>
            </a:r>
            <a:r>
              <a:rPr lang="en-US" sz="4400">
                <a:solidFill>
                  <a:srgbClr val="006FC0"/>
                </a:solidFill>
              </a:rPr>
              <a:t>Selectors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00633" y="1643633"/>
            <a:ext cx="8144509" cy="914400"/>
          </a:xfrm>
          <a:custGeom>
            <a:rect b="b" l="l" r="r" t="t"/>
            <a:pathLst>
              <a:path extrusionOk="0" h="914400" w="8144509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991856" y="0"/>
                </a:lnTo>
                <a:lnTo>
                  <a:pt x="8040038" y="7766"/>
                </a:lnTo>
                <a:lnTo>
                  <a:pt x="8081875" y="29394"/>
                </a:lnTo>
                <a:lnTo>
                  <a:pt x="8114861" y="62380"/>
                </a:lnTo>
                <a:lnTo>
                  <a:pt x="8136489" y="104217"/>
                </a:lnTo>
                <a:lnTo>
                  <a:pt x="8144256" y="152400"/>
                </a:lnTo>
                <a:lnTo>
                  <a:pt x="8144256" y="762000"/>
                </a:lnTo>
                <a:lnTo>
                  <a:pt x="8136489" y="810182"/>
                </a:lnTo>
                <a:lnTo>
                  <a:pt x="8114861" y="852019"/>
                </a:lnTo>
                <a:lnTo>
                  <a:pt x="8081875" y="885005"/>
                </a:lnTo>
                <a:lnTo>
                  <a:pt x="8040038" y="906633"/>
                </a:lnTo>
                <a:lnTo>
                  <a:pt x="7991856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8" name="Google Shape;208;p10"/>
          <p:cNvSpPr txBox="1"/>
          <p:nvPr/>
        </p:nvSpPr>
        <p:spPr>
          <a:xfrm>
            <a:off x="623417" y="1778635"/>
            <a:ext cx="7211695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The universal selector (*) selects all HTML elements on the page.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042554"/>
            <a:ext cx="406907" cy="394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061" y="3111762"/>
            <a:ext cx="4839218" cy="2665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598169" y="3333750"/>
            <a:ext cx="4601210" cy="1578637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17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953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3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&lt;h1&gt;Tour&lt;/h1&gt;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3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&lt;p&gt;Content&lt;/p&gt;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89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10"/>
          <p:cNvGrpSpPr/>
          <p:nvPr/>
        </p:nvGrpSpPr>
        <p:grpSpPr>
          <a:xfrm>
            <a:off x="5503382" y="3111762"/>
            <a:ext cx="3124415" cy="2665032"/>
            <a:chOff x="5503382" y="3111762"/>
            <a:chExt cx="3124415" cy="2665032"/>
          </a:xfrm>
        </p:grpSpPr>
        <p:pic>
          <p:nvPicPr>
            <p:cNvPr id="214" name="Google Shape;214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03382" y="3111762"/>
              <a:ext cx="3124415" cy="2665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10"/>
            <p:cNvSpPr/>
            <p:nvPr/>
          </p:nvSpPr>
          <p:spPr>
            <a:xfrm>
              <a:off x="5583173" y="3333749"/>
              <a:ext cx="2971800" cy="2312035"/>
            </a:xfrm>
            <a:custGeom>
              <a:rect b="b" l="l" r="r" t="t"/>
              <a:pathLst>
                <a:path extrusionOk="0" h="2312035" w="2971800">
                  <a:moveTo>
                    <a:pt x="2971800" y="0"/>
                  </a:moveTo>
                  <a:lnTo>
                    <a:pt x="0" y="0"/>
                  </a:lnTo>
                  <a:lnTo>
                    <a:pt x="0" y="2311908"/>
                  </a:lnTo>
                  <a:lnTo>
                    <a:pt x="2971800" y="2311908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5674105" y="3719575"/>
              <a:ext cx="177165" cy="434340"/>
            </a:xfrm>
            <a:custGeom>
              <a:rect b="b" l="l" r="r" t="t"/>
              <a:pathLst>
                <a:path extrusionOk="0" h="434339" w="177164">
                  <a:moveTo>
                    <a:pt x="176784" y="0"/>
                  </a:moveTo>
                  <a:lnTo>
                    <a:pt x="0" y="0"/>
                  </a:lnTo>
                  <a:lnTo>
                    <a:pt x="0" y="434340"/>
                  </a:lnTo>
                  <a:lnTo>
                    <a:pt x="176784" y="434340"/>
                  </a:lnTo>
                  <a:lnTo>
                    <a:pt x="176784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7" name="Google Shape;217;p10"/>
          <p:cNvSpPr txBox="1"/>
          <p:nvPr/>
        </p:nvSpPr>
        <p:spPr>
          <a:xfrm>
            <a:off x="5583173" y="3333750"/>
            <a:ext cx="2971800" cy="2312035"/>
          </a:xfrm>
          <a:prstGeom prst="rect">
            <a:avLst/>
          </a:pr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910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 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91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text-align: center;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4171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4400">
                <a:solidFill>
                  <a:srgbClr val="000000"/>
                </a:solidFill>
              </a:rPr>
              <a:t>Grouping </a:t>
            </a:r>
            <a:r>
              <a:rPr lang="en-US" sz="4400">
                <a:solidFill>
                  <a:srgbClr val="006FC0"/>
                </a:solidFill>
              </a:rPr>
              <a:t>Selectors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00633" y="1643633"/>
            <a:ext cx="8216265" cy="715010"/>
          </a:xfrm>
          <a:custGeom>
            <a:rect b="b" l="l" r="r" t="t"/>
            <a:pathLst>
              <a:path extrusionOk="0" h="715010" w="8216265">
                <a:moveTo>
                  <a:pt x="0" y="119125"/>
                </a:moveTo>
                <a:lnTo>
                  <a:pt x="9360" y="72759"/>
                </a:lnTo>
                <a:lnTo>
                  <a:pt x="34888" y="34893"/>
                </a:lnTo>
                <a:lnTo>
                  <a:pt x="72753" y="9362"/>
                </a:lnTo>
                <a:lnTo>
                  <a:pt x="119125" y="0"/>
                </a:lnTo>
                <a:lnTo>
                  <a:pt x="8096758" y="0"/>
                </a:lnTo>
                <a:lnTo>
                  <a:pt x="8143124" y="9362"/>
                </a:lnTo>
                <a:lnTo>
                  <a:pt x="8180990" y="34893"/>
                </a:lnTo>
                <a:lnTo>
                  <a:pt x="8206521" y="72759"/>
                </a:lnTo>
                <a:lnTo>
                  <a:pt x="8215884" y="119125"/>
                </a:lnTo>
                <a:lnTo>
                  <a:pt x="8215884" y="595629"/>
                </a:lnTo>
                <a:lnTo>
                  <a:pt x="8206521" y="641996"/>
                </a:lnTo>
                <a:lnTo>
                  <a:pt x="8180990" y="679862"/>
                </a:lnTo>
                <a:lnTo>
                  <a:pt x="8143124" y="705393"/>
                </a:lnTo>
                <a:lnTo>
                  <a:pt x="8096758" y="714755"/>
                </a:lnTo>
                <a:lnTo>
                  <a:pt x="119125" y="714755"/>
                </a:lnTo>
                <a:lnTo>
                  <a:pt x="72753" y="705393"/>
                </a:lnTo>
                <a:lnTo>
                  <a:pt x="34888" y="679862"/>
                </a:lnTo>
                <a:lnTo>
                  <a:pt x="9360" y="641996"/>
                </a:lnTo>
                <a:lnTo>
                  <a:pt x="0" y="595629"/>
                </a:lnTo>
                <a:lnTo>
                  <a:pt x="0" y="119125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" name="Google Shape;224;p11"/>
          <p:cNvSpPr/>
          <p:nvPr/>
        </p:nvSpPr>
        <p:spPr>
          <a:xfrm>
            <a:off x="500633" y="2501645"/>
            <a:ext cx="8216265" cy="713740"/>
          </a:xfrm>
          <a:custGeom>
            <a:rect b="b" l="l" r="r" t="t"/>
            <a:pathLst>
              <a:path extrusionOk="0" h="713739" w="8216265">
                <a:moveTo>
                  <a:pt x="0" y="118871"/>
                </a:moveTo>
                <a:lnTo>
                  <a:pt x="9342" y="72598"/>
                </a:lnTo>
                <a:lnTo>
                  <a:pt x="34818" y="34813"/>
                </a:lnTo>
                <a:lnTo>
                  <a:pt x="72603" y="9340"/>
                </a:lnTo>
                <a:lnTo>
                  <a:pt x="118872" y="0"/>
                </a:lnTo>
                <a:lnTo>
                  <a:pt x="8097012" y="0"/>
                </a:lnTo>
                <a:lnTo>
                  <a:pt x="8143285" y="9340"/>
                </a:lnTo>
                <a:lnTo>
                  <a:pt x="8181070" y="34813"/>
                </a:lnTo>
                <a:lnTo>
                  <a:pt x="8206543" y="72598"/>
                </a:lnTo>
                <a:lnTo>
                  <a:pt x="8215884" y="118871"/>
                </a:lnTo>
                <a:lnTo>
                  <a:pt x="8215884" y="594359"/>
                </a:lnTo>
                <a:lnTo>
                  <a:pt x="8206543" y="640633"/>
                </a:lnTo>
                <a:lnTo>
                  <a:pt x="8181070" y="678418"/>
                </a:lnTo>
                <a:lnTo>
                  <a:pt x="8143285" y="703891"/>
                </a:lnTo>
                <a:lnTo>
                  <a:pt x="8097012" y="713231"/>
                </a:lnTo>
                <a:lnTo>
                  <a:pt x="118872" y="713231"/>
                </a:lnTo>
                <a:lnTo>
                  <a:pt x="72603" y="703891"/>
                </a:lnTo>
                <a:lnTo>
                  <a:pt x="34818" y="678418"/>
                </a:lnTo>
                <a:lnTo>
                  <a:pt x="9342" y="640633"/>
                </a:lnTo>
                <a:lnTo>
                  <a:pt x="0" y="594359"/>
                </a:lnTo>
                <a:lnTo>
                  <a:pt x="0" y="118871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11"/>
          <p:cNvSpPr txBox="1"/>
          <p:nvPr/>
        </p:nvSpPr>
        <p:spPr>
          <a:xfrm>
            <a:off x="613663" y="1826513"/>
            <a:ext cx="75291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It is used to select multiple elements and style them together.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To group selectors, separate each selector with a comma</a:t>
            </a:r>
            <a:r>
              <a:rPr lang="en-US" sz="18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11"/>
          <p:cNvGrpSpPr/>
          <p:nvPr/>
        </p:nvGrpSpPr>
        <p:grpSpPr>
          <a:xfrm>
            <a:off x="516843" y="3329694"/>
            <a:ext cx="4870946" cy="2665032"/>
            <a:chOff x="516843" y="3329694"/>
            <a:chExt cx="4870946" cy="2665032"/>
          </a:xfrm>
        </p:grpSpPr>
        <p:pic>
          <p:nvPicPr>
            <p:cNvPr id="228" name="Google Shape;228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6843" y="3329694"/>
              <a:ext cx="4870946" cy="2665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1"/>
            <p:cNvSpPr/>
            <p:nvPr/>
          </p:nvSpPr>
          <p:spPr>
            <a:xfrm>
              <a:off x="640842" y="3551682"/>
              <a:ext cx="4631690" cy="2312035"/>
            </a:xfrm>
            <a:custGeom>
              <a:rect b="b" l="l" r="r" t="t"/>
              <a:pathLst>
                <a:path extrusionOk="0" h="2312035" w="4631690">
                  <a:moveTo>
                    <a:pt x="4631436" y="0"/>
                  </a:moveTo>
                  <a:lnTo>
                    <a:pt x="0" y="0"/>
                  </a:lnTo>
                  <a:lnTo>
                    <a:pt x="0" y="2311907"/>
                  </a:lnTo>
                  <a:lnTo>
                    <a:pt x="4631436" y="2311907"/>
                  </a:lnTo>
                  <a:lnTo>
                    <a:pt x="4631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1045768" y="4152531"/>
              <a:ext cx="464820" cy="829310"/>
            </a:xfrm>
            <a:custGeom>
              <a:rect b="b" l="l" r="r" t="t"/>
              <a:pathLst>
                <a:path extrusionOk="0" h="829310" w="464819">
                  <a:moveTo>
                    <a:pt x="464807" y="0"/>
                  </a:moveTo>
                  <a:lnTo>
                    <a:pt x="0" y="0"/>
                  </a:lnTo>
                  <a:lnTo>
                    <a:pt x="0" y="274307"/>
                  </a:lnTo>
                  <a:lnTo>
                    <a:pt x="0" y="280403"/>
                  </a:lnTo>
                  <a:lnTo>
                    <a:pt x="0" y="548640"/>
                  </a:lnTo>
                  <a:lnTo>
                    <a:pt x="0" y="554723"/>
                  </a:lnTo>
                  <a:lnTo>
                    <a:pt x="0" y="829043"/>
                  </a:lnTo>
                  <a:lnTo>
                    <a:pt x="348996" y="829043"/>
                  </a:lnTo>
                  <a:lnTo>
                    <a:pt x="348996" y="554723"/>
                  </a:lnTo>
                  <a:lnTo>
                    <a:pt x="464807" y="554723"/>
                  </a:lnTo>
                  <a:lnTo>
                    <a:pt x="464807" y="280403"/>
                  </a:lnTo>
                  <a:lnTo>
                    <a:pt x="464807" y="274307"/>
                  </a:lnTo>
                  <a:lnTo>
                    <a:pt x="464807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1" name="Google Shape;231;p11"/>
          <p:cNvSpPr txBox="1"/>
          <p:nvPr/>
        </p:nvSpPr>
        <p:spPr>
          <a:xfrm>
            <a:off x="640841" y="3551682"/>
            <a:ext cx="4631690" cy="1717777"/>
          </a:xfrm>
          <a:prstGeom prst="rect">
            <a:avLst/>
          </a:pr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&lt;h1&gt;Tour Details&lt;/h1&gt;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&lt;h3&gt;Add Tour&lt;/h3&gt;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&lt;p&gt;Content&lt;/p&gt;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4655" y="3326637"/>
            <a:ext cx="3273988" cy="266352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/>
        </p:nvSpPr>
        <p:spPr>
          <a:xfrm>
            <a:off x="5598286" y="3737355"/>
            <a:ext cx="718820" cy="28067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h1,h3,p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5506973" y="3548634"/>
            <a:ext cx="3115310" cy="2312035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917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 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text-align: center;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6155285"/>
            <a:ext cx="406908" cy="393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1031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1F5F"/>
                </a:solidFill>
              </a:rPr>
              <a:t>How To Insert CSS?</a:t>
            </a:r>
            <a:endParaRPr sz="4400"/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5143" y="2573109"/>
            <a:ext cx="3142992" cy="347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12"/>
          <p:cNvGrpSpPr/>
          <p:nvPr/>
        </p:nvGrpSpPr>
        <p:grpSpPr>
          <a:xfrm>
            <a:off x="1143000" y="2857500"/>
            <a:ext cx="4287011" cy="2500884"/>
            <a:chOff x="1143000" y="2857500"/>
            <a:chExt cx="4287011" cy="2500884"/>
          </a:xfrm>
        </p:grpSpPr>
        <p:pic>
          <p:nvPicPr>
            <p:cNvPr id="244" name="Google Shape;24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3000" y="2857500"/>
              <a:ext cx="3572255" cy="9281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86127" y="3643883"/>
              <a:ext cx="3643884" cy="9281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14627" y="4428744"/>
              <a:ext cx="3572255" cy="929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" name="Google Shape;247;p12"/>
          <p:cNvGrpSpPr/>
          <p:nvPr/>
        </p:nvGrpSpPr>
        <p:grpSpPr>
          <a:xfrm>
            <a:off x="786383" y="1714500"/>
            <a:ext cx="5383530" cy="714755"/>
            <a:chOff x="786383" y="1714500"/>
            <a:chExt cx="5383530" cy="714755"/>
          </a:xfrm>
        </p:grpSpPr>
        <p:pic>
          <p:nvPicPr>
            <p:cNvPr id="248" name="Google Shape;24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6383" y="1714500"/>
              <a:ext cx="5383530" cy="714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12"/>
            <p:cNvSpPr/>
            <p:nvPr/>
          </p:nvSpPr>
          <p:spPr>
            <a:xfrm>
              <a:off x="1428750" y="2358390"/>
              <a:ext cx="4714875" cy="1905"/>
            </a:xfrm>
            <a:custGeom>
              <a:rect b="b" l="l" r="r" t="t"/>
              <a:pathLst>
                <a:path extrusionOk="0" h="1905" w="4714875">
                  <a:moveTo>
                    <a:pt x="0" y="0"/>
                  </a:moveTo>
                  <a:lnTo>
                    <a:pt x="4714875" y="1650"/>
                  </a:lnTo>
                </a:path>
              </a:pathLst>
            </a:custGeom>
            <a:noFill/>
            <a:ln cap="flat" cmpd="sng" w="38100">
              <a:solidFill>
                <a:srgbClr val="0052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0" name="Google Shape;250;p12"/>
          <p:cNvSpPr txBox="1"/>
          <p:nvPr/>
        </p:nvSpPr>
        <p:spPr>
          <a:xfrm>
            <a:off x="1716722" y="1998005"/>
            <a:ext cx="4453200" cy="28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83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Three Ways to Insert CSS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98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320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Inline CSS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642620" lvl="0" marL="12700" marR="1932939" rtl="0" algn="l">
              <a:lnSpc>
                <a:spcPct val="1954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Internal CSS External CSS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168" y="6024221"/>
            <a:ext cx="406907" cy="393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23215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Inline </a:t>
            </a:r>
            <a:r>
              <a:rPr lang="en-US" sz="4400"/>
              <a:t>CSS</a:t>
            </a:r>
            <a:endParaRPr sz="4400"/>
          </a:p>
        </p:txBody>
      </p:sp>
      <p:pic>
        <p:nvPicPr>
          <p:cNvPr id="257" name="Google Shape;2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13"/>
          <p:cNvGrpSpPr/>
          <p:nvPr/>
        </p:nvGrpSpPr>
        <p:grpSpPr>
          <a:xfrm>
            <a:off x="856488" y="1499616"/>
            <a:ext cx="7501127" cy="2644140"/>
            <a:chOff x="856488" y="1499616"/>
            <a:chExt cx="7501127" cy="2644140"/>
          </a:xfrm>
        </p:grpSpPr>
        <p:pic>
          <p:nvPicPr>
            <p:cNvPr id="259" name="Google Shape;25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6488" y="1499616"/>
              <a:ext cx="7501127" cy="786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6488" y="2286000"/>
              <a:ext cx="7501127" cy="9281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6488" y="3214116"/>
              <a:ext cx="7501127" cy="929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13"/>
          <p:cNvSpPr txBox="1"/>
          <p:nvPr/>
        </p:nvSpPr>
        <p:spPr>
          <a:xfrm>
            <a:off x="1150416" y="1733753"/>
            <a:ext cx="6766559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555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For apply CSS in a single element 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The inline CSS is also a method to insert style sheets in HTML document.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To use inline CSS, should use the style attribute to the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relevant tag.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" y="6449416"/>
            <a:ext cx="406907" cy="393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398" y="4232616"/>
            <a:ext cx="7436351" cy="17967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 txBox="1"/>
          <p:nvPr/>
        </p:nvSpPr>
        <p:spPr>
          <a:xfrm>
            <a:off x="1072133" y="4382261"/>
            <a:ext cx="7073265" cy="1199046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01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&lt;h2 </a:t>
            </a:r>
            <a:r>
              <a:rPr b="1"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style="color:red;margin-left:40px;“ </a:t>
            </a: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&gt;Tour Details&lt;/h2&gt;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20104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Internal </a:t>
            </a:r>
            <a:r>
              <a:rPr lang="en-US" sz="4400"/>
              <a:t>CSS</a:t>
            </a:r>
            <a:endParaRPr sz="4400"/>
          </a:p>
        </p:txBody>
      </p:sp>
      <p:sp>
        <p:nvSpPr>
          <p:cNvPr id="271" name="Google Shape;271;p14"/>
          <p:cNvSpPr/>
          <p:nvPr/>
        </p:nvSpPr>
        <p:spPr>
          <a:xfrm>
            <a:off x="724662" y="1428750"/>
            <a:ext cx="7929880" cy="914400"/>
          </a:xfrm>
          <a:custGeom>
            <a:rect b="b" l="l" r="r" t="t"/>
            <a:pathLst>
              <a:path extrusionOk="0" h="914400" w="792988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776971" y="0"/>
                </a:lnTo>
                <a:lnTo>
                  <a:pt x="7825154" y="7766"/>
                </a:lnTo>
                <a:lnTo>
                  <a:pt x="7866991" y="29394"/>
                </a:lnTo>
                <a:lnTo>
                  <a:pt x="7899977" y="62380"/>
                </a:lnTo>
                <a:lnTo>
                  <a:pt x="7921605" y="104217"/>
                </a:lnTo>
                <a:lnTo>
                  <a:pt x="7929371" y="152400"/>
                </a:lnTo>
                <a:lnTo>
                  <a:pt x="7929371" y="762000"/>
                </a:lnTo>
                <a:lnTo>
                  <a:pt x="7921605" y="810182"/>
                </a:lnTo>
                <a:lnTo>
                  <a:pt x="7899977" y="852019"/>
                </a:lnTo>
                <a:lnTo>
                  <a:pt x="7866991" y="885005"/>
                </a:lnTo>
                <a:lnTo>
                  <a:pt x="7825154" y="906633"/>
                </a:lnTo>
                <a:lnTo>
                  <a:pt x="7776971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2" name="Google Shape;272;p14"/>
          <p:cNvSpPr/>
          <p:nvPr/>
        </p:nvSpPr>
        <p:spPr>
          <a:xfrm>
            <a:off x="724662" y="2465070"/>
            <a:ext cx="7929880" cy="914400"/>
          </a:xfrm>
          <a:custGeom>
            <a:rect b="b" l="l" r="r" t="t"/>
            <a:pathLst>
              <a:path extrusionOk="0" h="914400" w="792988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776971" y="0"/>
                </a:lnTo>
                <a:lnTo>
                  <a:pt x="7825154" y="7766"/>
                </a:lnTo>
                <a:lnTo>
                  <a:pt x="7866991" y="29394"/>
                </a:lnTo>
                <a:lnTo>
                  <a:pt x="7899977" y="62380"/>
                </a:lnTo>
                <a:lnTo>
                  <a:pt x="7921605" y="104217"/>
                </a:lnTo>
                <a:lnTo>
                  <a:pt x="7929371" y="152400"/>
                </a:lnTo>
                <a:lnTo>
                  <a:pt x="7929371" y="762000"/>
                </a:lnTo>
                <a:lnTo>
                  <a:pt x="7921605" y="810182"/>
                </a:lnTo>
                <a:lnTo>
                  <a:pt x="7899977" y="852019"/>
                </a:lnTo>
                <a:lnTo>
                  <a:pt x="7866991" y="885005"/>
                </a:lnTo>
                <a:lnTo>
                  <a:pt x="7825154" y="906633"/>
                </a:lnTo>
                <a:lnTo>
                  <a:pt x="7776971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14"/>
          <p:cNvSpPr txBox="1"/>
          <p:nvPr/>
        </p:nvSpPr>
        <p:spPr>
          <a:xfrm>
            <a:off x="847750" y="1564386"/>
            <a:ext cx="7188200" cy="167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134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The internal style sheet is used to add a unique style for a single document.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It is defined in &lt;head&gt; section of the HTML page inside the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243E"/>
                </a:solidFill>
                <a:latin typeface="Arial"/>
                <a:ea typeface="Arial"/>
                <a:cs typeface="Arial"/>
                <a:sym typeface="Arial"/>
              </a:rPr>
              <a:t>&lt;style&gt; tag.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2246" y="3500628"/>
            <a:ext cx="2524869" cy="2500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982" y="3517212"/>
            <a:ext cx="4639787" cy="267554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 txBox="1"/>
          <p:nvPr/>
        </p:nvSpPr>
        <p:spPr>
          <a:xfrm>
            <a:off x="947166" y="3740658"/>
            <a:ext cx="4413885" cy="23215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482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h2 { color:blue;}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482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003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&lt;h2&gt;Tour Details&lt;/h2&gt;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8891" y="6391549"/>
            <a:ext cx="406908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>
            <p:ph type="title"/>
          </p:nvPr>
        </p:nvSpPr>
        <p:spPr>
          <a:xfrm>
            <a:off x="2875533" y="213106"/>
            <a:ext cx="358521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External </a:t>
            </a:r>
            <a:r>
              <a:rPr lang="en-US" sz="4400"/>
              <a:t>CSS</a:t>
            </a:r>
            <a:endParaRPr sz="4400"/>
          </a:p>
        </p:txBody>
      </p:sp>
      <p:sp>
        <p:nvSpPr>
          <p:cNvPr id="284" name="Google Shape;284;p15"/>
          <p:cNvSpPr/>
          <p:nvPr/>
        </p:nvSpPr>
        <p:spPr>
          <a:xfrm>
            <a:off x="691133" y="1163574"/>
            <a:ext cx="8001000" cy="914400"/>
          </a:xfrm>
          <a:custGeom>
            <a:rect b="b" l="l" r="r" t="t"/>
            <a:pathLst>
              <a:path extrusionOk="0" h="914400" w="80010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848600" y="0"/>
                </a:lnTo>
                <a:lnTo>
                  <a:pt x="7896782" y="7766"/>
                </a:lnTo>
                <a:lnTo>
                  <a:pt x="7938619" y="29394"/>
                </a:lnTo>
                <a:lnTo>
                  <a:pt x="7971605" y="62380"/>
                </a:lnTo>
                <a:lnTo>
                  <a:pt x="7993233" y="104217"/>
                </a:lnTo>
                <a:lnTo>
                  <a:pt x="8001000" y="152400"/>
                </a:lnTo>
                <a:lnTo>
                  <a:pt x="8001000" y="762000"/>
                </a:lnTo>
                <a:lnTo>
                  <a:pt x="7993233" y="810182"/>
                </a:lnTo>
                <a:lnTo>
                  <a:pt x="7971605" y="852019"/>
                </a:lnTo>
                <a:lnTo>
                  <a:pt x="7938619" y="885005"/>
                </a:lnTo>
                <a:lnTo>
                  <a:pt x="7896782" y="906633"/>
                </a:lnTo>
                <a:lnTo>
                  <a:pt x="7848600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15"/>
          <p:cNvSpPr/>
          <p:nvPr/>
        </p:nvSpPr>
        <p:spPr>
          <a:xfrm>
            <a:off x="688086" y="3201161"/>
            <a:ext cx="8001000" cy="914400"/>
          </a:xfrm>
          <a:custGeom>
            <a:rect b="b" l="l" r="r" t="t"/>
            <a:pathLst>
              <a:path extrusionOk="0" h="914400" w="80010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848600" y="0"/>
                </a:lnTo>
                <a:lnTo>
                  <a:pt x="7896782" y="7766"/>
                </a:lnTo>
                <a:lnTo>
                  <a:pt x="7938619" y="29394"/>
                </a:lnTo>
                <a:lnTo>
                  <a:pt x="7971605" y="62380"/>
                </a:lnTo>
                <a:lnTo>
                  <a:pt x="7993233" y="104217"/>
                </a:lnTo>
                <a:lnTo>
                  <a:pt x="8001000" y="152400"/>
                </a:lnTo>
                <a:lnTo>
                  <a:pt x="8001000" y="762000"/>
                </a:lnTo>
                <a:lnTo>
                  <a:pt x="7993233" y="810182"/>
                </a:lnTo>
                <a:lnTo>
                  <a:pt x="7971605" y="852019"/>
                </a:lnTo>
                <a:lnTo>
                  <a:pt x="7938619" y="885005"/>
                </a:lnTo>
                <a:lnTo>
                  <a:pt x="7896782" y="906633"/>
                </a:lnTo>
                <a:lnTo>
                  <a:pt x="7848600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15"/>
          <p:cNvSpPr/>
          <p:nvPr/>
        </p:nvSpPr>
        <p:spPr>
          <a:xfrm>
            <a:off x="633222" y="2172461"/>
            <a:ext cx="8001000" cy="914400"/>
          </a:xfrm>
          <a:custGeom>
            <a:rect b="b" l="l" r="r" t="t"/>
            <a:pathLst>
              <a:path extrusionOk="0" h="914400" w="80010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848600" y="0"/>
                </a:lnTo>
                <a:lnTo>
                  <a:pt x="7896782" y="7766"/>
                </a:lnTo>
                <a:lnTo>
                  <a:pt x="7938619" y="29394"/>
                </a:lnTo>
                <a:lnTo>
                  <a:pt x="7971605" y="62380"/>
                </a:lnTo>
                <a:lnTo>
                  <a:pt x="7993233" y="104217"/>
                </a:lnTo>
                <a:lnTo>
                  <a:pt x="8001000" y="152400"/>
                </a:lnTo>
                <a:lnTo>
                  <a:pt x="8001000" y="762000"/>
                </a:lnTo>
                <a:lnTo>
                  <a:pt x="7993233" y="810182"/>
                </a:lnTo>
                <a:lnTo>
                  <a:pt x="7971605" y="852019"/>
                </a:lnTo>
                <a:lnTo>
                  <a:pt x="7938619" y="885005"/>
                </a:lnTo>
                <a:lnTo>
                  <a:pt x="7896782" y="906633"/>
                </a:lnTo>
                <a:lnTo>
                  <a:pt x="7848600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" name="Google Shape;287;p15"/>
          <p:cNvSpPr txBox="1"/>
          <p:nvPr>
            <p:ph idx="1" type="body"/>
          </p:nvPr>
        </p:nvSpPr>
        <p:spPr>
          <a:xfrm>
            <a:off x="728929" y="1298575"/>
            <a:ext cx="7686141" cy="2673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9652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external style sheet is generally used to make changes on multiple pages.</a:t>
            </a:r>
            <a:endParaRPr/>
          </a:p>
          <a:p>
            <a:pPr indent="0" lvl="0" marL="26669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9370" marR="318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external style sheet can be written in any text editor, and must be saved with a .css extension.</a:t>
            </a:r>
            <a:endParaRPr/>
          </a:p>
          <a:p>
            <a:pPr indent="0" lvl="0" marL="26669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3980" marR="286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uses the &lt;link&gt; tag on every html pages and the &lt;link&gt; tag should be put inside the head section.</a:t>
            </a:r>
            <a:endParaRPr/>
          </a:p>
        </p:txBody>
      </p:sp>
      <p:grpSp>
        <p:nvGrpSpPr>
          <p:cNvPr id="288" name="Google Shape;288;p15"/>
          <p:cNvGrpSpPr/>
          <p:nvPr/>
        </p:nvGrpSpPr>
        <p:grpSpPr>
          <a:xfrm>
            <a:off x="5498591" y="4209288"/>
            <a:ext cx="3203308" cy="2438672"/>
            <a:chOff x="5498591" y="4209288"/>
            <a:chExt cx="3203308" cy="2438672"/>
          </a:xfrm>
        </p:grpSpPr>
        <p:pic>
          <p:nvPicPr>
            <p:cNvPr id="289" name="Google Shape;28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71727" y="6228730"/>
              <a:ext cx="1330172" cy="4192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98591" y="4209288"/>
              <a:ext cx="3145536" cy="202844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1" name="Google Shape;2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508" y="6572867"/>
            <a:ext cx="405384" cy="28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974" y="4232144"/>
            <a:ext cx="4639787" cy="19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 txBox="1"/>
          <p:nvPr/>
        </p:nvSpPr>
        <p:spPr>
          <a:xfrm>
            <a:off x="884682" y="4395978"/>
            <a:ext cx="4413885" cy="17068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208279" lvl="0" marL="90805" marR="638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&lt;link rel="stylesheet" type="text/css" href="styles.css"&gt;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&lt;/head&gt;&lt;body&gt;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30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&lt;h2&gt;Trip Details&lt;/h2&gt;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5589270" y="4388358"/>
            <a:ext cx="2966085" cy="1736089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0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color:blue;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950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1F5F"/>
                </a:solidFill>
              </a:rPr>
              <a:t>CSS </a:t>
            </a:r>
            <a:r>
              <a:rPr lang="en-US" sz="4400">
                <a:solidFill>
                  <a:srgbClr val="000000"/>
                </a:solidFill>
              </a:rPr>
              <a:t>Units And Sizes</a:t>
            </a:r>
            <a:endParaRPr sz="4400"/>
          </a:p>
        </p:txBody>
      </p:sp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1871" y="4953000"/>
            <a:ext cx="2572512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1871" y="5571744"/>
            <a:ext cx="257251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 txBox="1"/>
          <p:nvPr/>
        </p:nvSpPr>
        <p:spPr>
          <a:xfrm>
            <a:off x="5688584" y="4905247"/>
            <a:ext cx="1339850" cy="1147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7310" lvl="0" marL="79375" marR="5080" rtl="0" algn="l">
              <a:lnSpc>
                <a:spcPct val="15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Absolute Relative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16"/>
          <p:cNvGrpSpPr/>
          <p:nvPr/>
        </p:nvGrpSpPr>
        <p:grpSpPr>
          <a:xfrm>
            <a:off x="4144517" y="5287517"/>
            <a:ext cx="763905" cy="485140"/>
            <a:chOff x="4144517" y="5287517"/>
            <a:chExt cx="763905" cy="485140"/>
          </a:xfrm>
        </p:grpSpPr>
        <p:sp>
          <p:nvSpPr>
            <p:cNvPr id="305" name="Google Shape;305;p16"/>
            <p:cNvSpPr/>
            <p:nvPr/>
          </p:nvSpPr>
          <p:spPr>
            <a:xfrm>
              <a:off x="4144517" y="5287517"/>
              <a:ext cx="763905" cy="485140"/>
            </a:xfrm>
            <a:custGeom>
              <a:rect b="b" l="l" r="r" t="t"/>
              <a:pathLst>
                <a:path extrusionOk="0" h="485139" w="763904">
                  <a:moveTo>
                    <a:pt x="521208" y="0"/>
                  </a:moveTo>
                  <a:lnTo>
                    <a:pt x="521208" y="121157"/>
                  </a:lnTo>
                  <a:lnTo>
                    <a:pt x="0" y="121157"/>
                  </a:lnTo>
                  <a:lnTo>
                    <a:pt x="0" y="363473"/>
                  </a:lnTo>
                  <a:lnTo>
                    <a:pt x="521208" y="363473"/>
                  </a:lnTo>
                  <a:lnTo>
                    <a:pt x="521208" y="484631"/>
                  </a:lnTo>
                  <a:lnTo>
                    <a:pt x="763524" y="242315"/>
                  </a:lnTo>
                  <a:lnTo>
                    <a:pt x="521208" y="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4144517" y="5287517"/>
              <a:ext cx="763905" cy="485140"/>
            </a:xfrm>
            <a:custGeom>
              <a:rect b="b" l="l" r="r" t="t"/>
              <a:pathLst>
                <a:path extrusionOk="0" h="485139" w="763904">
                  <a:moveTo>
                    <a:pt x="0" y="121157"/>
                  </a:moveTo>
                  <a:lnTo>
                    <a:pt x="521208" y="121157"/>
                  </a:lnTo>
                  <a:lnTo>
                    <a:pt x="521208" y="0"/>
                  </a:lnTo>
                  <a:lnTo>
                    <a:pt x="763524" y="242315"/>
                  </a:lnTo>
                  <a:lnTo>
                    <a:pt x="521208" y="484631"/>
                  </a:lnTo>
                  <a:lnTo>
                    <a:pt x="521208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307" name="Google Shape;3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168" y="6117230"/>
            <a:ext cx="406907" cy="39482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 txBox="1"/>
          <p:nvPr/>
        </p:nvSpPr>
        <p:spPr>
          <a:xfrm>
            <a:off x="864819" y="1420114"/>
            <a:ext cx="7595234" cy="3264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41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There	are	various	units	in	CSS	to	express	the	measurement and length.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7019" lvl="0" marL="299085" marR="40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A CSS unit is used to determine the property size, which we set for an element or its content.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7020" lvl="0" marL="3359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Length is a number followed by a length unit, such as </a:t>
            </a:r>
            <a:r>
              <a:rPr lang="en-US" sz="1800" u="sng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10px, 2em,</a:t>
            </a: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 etc.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35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6385" lvl="0" marL="339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A whitespace cannot appear between the number and the unit.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926693" y="5196078"/>
            <a:ext cx="2798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Two types of length units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3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 Units</a:t>
            </a:r>
            <a:r>
              <a:rPr lang="en-US" sz="4400">
                <a:solidFill>
                  <a:srgbClr val="000000"/>
                </a:solidFill>
              </a:rPr>
              <a:t>-Absolute Length</a:t>
            </a:r>
            <a:endParaRPr sz="4400"/>
          </a:p>
        </p:txBody>
      </p:sp>
      <p:sp>
        <p:nvSpPr>
          <p:cNvPr id="315" name="Google Shape;315;p17"/>
          <p:cNvSpPr/>
          <p:nvPr/>
        </p:nvSpPr>
        <p:spPr>
          <a:xfrm>
            <a:off x="500633" y="1572005"/>
            <a:ext cx="5715000" cy="986155"/>
          </a:xfrm>
          <a:custGeom>
            <a:rect b="b" l="l" r="r" t="t"/>
            <a:pathLst>
              <a:path extrusionOk="0" h="986155" w="5715000">
                <a:moveTo>
                  <a:pt x="0" y="164338"/>
                </a:moveTo>
                <a:lnTo>
                  <a:pt x="5870" y="120635"/>
                </a:lnTo>
                <a:lnTo>
                  <a:pt x="22438" y="81374"/>
                </a:lnTo>
                <a:lnTo>
                  <a:pt x="48136" y="48117"/>
                </a:lnTo>
                <a:lnTo>
                  <a:pt x="81396" y="22427"/>
                </a:lnTo>
                <a:lnTo>
                  <a:pt x="120652" y="5867"/>
                </a:lnTo>
                <a:lnTo>
                  <a:pt x="164337" y="0"/>
                </a:lnTo>
                <a:lnTo>
                  <a:pt x="5550662" y="0"/>
                </a:lnTo>
                <a:lnTo>
                  <a:pt x="5594364" y="5867"/>
                </a:lnTo>
                <a:lnTo>
                  <a:pt x="5633625" y="22427"/>
                </a:lnTo>
                <a:lnTo>
                  <a:pt x="5666882" y="48117"/>
                </a:lnTo>
                <a:lnTo>
                  <a:pt x="5692572" y="81374"/>
                </a:lnTo>
                <a:lnTo>
                  <a:pt x="5709132" y="120635"/>
                </a:lnTo>
                <a:lnTo>
                  <a:pt x="5715000" y="164338"/>
                </a:lnTo>
                <a:lnTo>
                  <a:pt x="5715000" y="821690"/>
                </a:lnTo>
                <a:lnTo>
                  <a:pt x="5709132" y="865392"/>
                </a:lnTo>
                <a:lnTo>
                  <a:pt x="5692572" y="904653"/>
                </a:lnTo>
                <a:lnTo>
                  <a:pt x="5666882" y="937910"/>
                </a:lnTo>
                <a:lnTo>
                  <a:pt x="5633625" y="963600"/>
                </a:lnTo>
                <a:lnTo>
                  <a:pt x="5594364" y="980160"/>
                </a:lnTo>
                <a:lnTo>
                  <a:pt x="5550662" y="986028"/>
                </a:lnTo>
                <a:lnTo>
                  <a:pt x="164337" y="986028"/>
                </a:lnTo>
                <a:lnTo>
                  <a:pt x="120652" y="980160"/>
                </a:lnTo>
                <a:lnTo>
                  <a:pt x="81396" y="963600"/>
                </a:lnTo>
                <a:lnTo>
                  <a:pt x="48136" y="937910"/>
                </a:lnTo>
                <a:lnTo>
                  <a:pt x="22438" y="904653"/>
                </a:lnTo>
                <a:lnTo>
                  <a:pt x="5870" y="865392"/>
                </a:lnTo>
                <a:lnTo>
                  <a:pt x="0" y="821690"/>
                </a:lnTo>
                <a:lnTo>
                  <a:pt x="0" y="164338"/>
                </a:lnTo>
                <a:close/>
              </a:path>
            </a:pathLst>
          </a:custGeom>
          <a:noFill/>
          <a:ln cap="flat" cmpd="sng" w="25375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17"/>
          <p:cNvSpPr/>
          <p:nvPr/>
        </p:nvSpPr>
        <p:spPr>
          <a:xfrm>
            <a:off x="500633" y="2786633"/>
            <a:ext cx="5715000" cy="914400"/>
          </a:xfrm>
          <a:custGeom>
            <a:rect b="b" l="l" r="r" t="t"/>
            <a:pathLst>
              <a:path extrusionOk="0" h="914400" w="57150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5562600" y="0"/>
                </a:lnTo>
                <a:lnTo>
                  <a:pt x="5610782" y="7766"/>
                </a:lnTo>
                <a:lnTo>
                  <a:pt x="5652619" y="29394"/>
                </a:lnTo>
                <a:lnTo>
                  <a:pt x="5685605" y="62380"/>
                </a:lnTo>
                <a:lnTo>
                  <a:pt x="5707233" y="104217"/>
                </a:lnTo>
                <a:lnTo>
                  <a:pt x="5715000" y="152400"/>
                </a:lnTo>
                <a:lnTo>
                  <a:pt x="5715000" y="762000"/>
                </a:lnTo>
                <a:lnTo>
                  <a:pt x="5707233" y="810182"/>
                </a:lnTo>
                <a:lnTo>
                  <a:pt x="5685605" y="852019"/>
                </a:lnTo>
                <a:lnTo>
                  <a:pt x="5652619" y="885005"/>
                </a:lnTo>
                <a:lnTo>
                  <a:pt x="5610782" y="906633"/>
                </a:lnTo>
                <a:lnTo>
                  <a:pt x="5562600" y="914399"/>
                </a:lnTo>
                <a:lnTo>
                  <a:pt x="152400" y="914399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17" name="Google Shape;3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0664" y="1642872"/>
            <a:ext cx="1880386" cy="384719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7"/>
          <p:cNvSpPr txBox="1"/>
          <p:nvPr/>
        </p:nvSpPr>
        <p:spPr>
          <a:xfrm>
            <a:off x="1507616" y="5459069"/>
            <a:ext cx="57404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&lt;p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style = "font-size: 20px;"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Tour Details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&lt;/p&gt;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834" y="5286755"/>
            <a:ext cx="530086" cy="61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436" y="6272678"/>
            <a:ext cx="405383" cy="39482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/>
          <p:nvPr/>
        </p:nvSpPr>
        <p:spPr>
          <a:xfrm>
            <a:off x="555498" y="3978402"/>
            <a:ext cx="5715000" cy="914400"/>
          </a:xfrm>
          <a:custGeom>
            <a:rect b="b" l="l" r="r" t="t"/>
            <a:pathLst>
              <a:path extrusionOk="0" h="914400" w="57150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5562600" y="0"/>
                </a:lnTo>
                <a:lnTo>
                  <a:pt x="5610782" y="7766"/>
                </a:lnTo>
                <a:lnTo>
                  <a:pt x="5652619" y="29394"/>
                </a:lnTo>
                <a:lnTo>
                  <a:pt x="5685605" y="62380"/>
                </a:lnTo>
                <a:lnTo>
                  <a:pt x="5707233" y="104217"/>
                </a:lnTo>
                <a:lnTo>
                  <a:pt x="5715000" y="152400"/>
                </a:lnTo>
                <a:lnTo>
                  <a:pt x="5715000" y="762000"/>
                </a:lnTo>
                <a:lnTo>
                  <a:pt x="5707233" y="810182"/>
                </a:lnTo>
                <a:lnTo>
                  <a:pt x="5685605" y="852019"/>
                </a:lnTo>
                <a:lnTo>
                  <a:pt x="5652619" y="885005"/>
                </a:lnTo>
                <a:lnTo>
                  <a:pt x="5610782" y="906633"/>
                </a:lnTo>
                <a:lnTo>
                  <a:pt x="5562600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17"/>
          <p:cNvSpPr txBox="1"/>
          <p:nvPr/>
        </p:nvSpPr>
        <p:spPr>
          <a:xfrm>
            <a:off x="623417" y="1636267"/>
            <a:ext cx="5306695" cy="3113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87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The absolute length units are fixed and a length expressed in any of these will appear as exactly that size.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57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36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Most of these units are more useful when used for print, rather than screen output.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28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66675" marR="1054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The only value that you will commonly use is px (pixels).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3025">
            <a:spAutoFit/>
          </a:bodyPr>
          <a:lstStyle/>
          <a:p>
            <a:pPr indent="0" lvl="0" marL="164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CSS Units</a:t>
            </a:r>
            <a:r>
              <a:rPr lang="en-US" sz="4400">
                <a:solidFill>
                  <a:srgbClr val="000000"/>
                </a:solidFill>
              </a:rPr>
              <a:t>-Relative Length</a:t>
            </a:r>
            <a:endParaRPr sz="4400"/>
          </a:p>
        </p:txBody>
      </p:sp>
      <p:sp>
        <p:nvSpPr>
          <p:cNvPr id="329" name="Google Shape;329;p18"/>
          <p:cNvSpPr/>
          <p:nvPr/>
        </p:nvSpPr>
        <p:spPr>
          <a:xfrm>
            <a:off x="643890" y="1715261"/>
            <a:ext cx="5000625" cy="914400"/>
          </a:xfrm>
          <a:custGeom>
            <a:rect b="b" l="l" r="r" t="t"/>
            <a:pathLst>
              <a:path extrusionOk="0" h="914400" w="5000625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4847844" y="0"/>
                </a:lnTo>
                <a:lnTo>
                  <a:pt x="4896026" y="7766"/>
                </a:lnTo>
                <a:lnTo>
                  <a:pt x="4937863" y="29394"/>
                </a:lnTo>
                <a:lnTo>
                  <a:pt x="4970849" y="62380"/>
                </a:lnTo>
                <a:lnTo>
                  <a:pt x="4992477" y="104217"/>
                </a:lnTo>
                <a:lnTo>
                  <a:pt x="5000244" y="152400"/>
                </a:lnTo>
                <a:lnTo>
                  <a:pt x="5000244" y="762000"/>
                </a:lnTo>
                <a:lnTo>
                  <a:pt x="4992477" y="810182"/>
                </a:lnTo>
                <a:lnTo>
                  <a:pt x="4970849" y="852019"/>
                </a:lnTo>
                <a:lnTo>
                  <a:pt x="4937863" y="885005"/>
                </a:lnTo>
                <a:lnTo>
                  <a:pt x="4896026" y="906633"/>
                </a:lnTo>
                <a:lnTo>
                  <a:pt x="4847844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18"/>
          <p:cNvSpPr txBox="1"/>
          <p:nvPr/>
        </p:nvSpPr>
        <p:spPr>
          <a:xfrm>
            <a:off x="766368" y="1880742"/>
            <a:ext cx="40773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Relative length units specify a length relative to another length property.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643890" y="3001517"/>
            <a:ext cx="5072380" cy="1999614"/>
          </a:xfrm>
          <a:custGeom>
            <a:rect b="b" l="l" r="r" t="t"/>
            <a:pathLst>
              <a:path extrusionOk="0" h="1999614" w="5072380">
                <a:moveTo>
                  <a:pt x="0" y="333248"/>
                </a:moveTo>
                <a:lnTo>
                  <a:pt x="3613" y="284008"/>
                </a:lnTo>
                <a:lnTo>
                  <a:pt x="14109" y="237010"/>
                </a:lnTo>
                <a:lnTo>
                  <a:pt x="30973" y="192769"/>
                </a:lnTo>
                <a:lnTo>
                  <a:pt x="53688" y="151801"/>
                </a:lnTo>
                <a:lnTo>
                  <a:pt x="81741" y="114622"/>
                </a:lnTo>
                <a:lnTo>
                  <a:pt x="114614" y="81748"/>
                </a:lnTo>
                <a:lnTo>
                  <a:pt x="151793" y="53694"/>
                </a:lnTo>
                <a:lnTo>
                  <a:pt x="192763" y="30976"/>
                </a:lnTo>
                <a:lnTo>
                  <a:pt x="237008" y="14111"/>
                </a:lnTo>
                <a:lnTo>
                  <a:pt x="284012" y="3613"/>
                </a:lnTo>
                <a:lnTo>
                  <a:pt x="333260" y="0"/>
                </a:lnTo>
                <a:lnTo>
                  <a:pt x="4738624" y="0"/>
                </a:lnTo>
                <a:lnTo>
                  <a:pt x="4787863" y="3613"/>
                </a:lnTo>
                <a:lnTo>
                  <a:pt x="4834861" y="14111"/>
                </a:lnTo>
                <a:lnTo>
                  <a:pt x="4879102" y="30976"/>
                </a:lnTo>
                <a:lnTo>
                  <a:pt x="4920070" y="53694"/>
                </a:lnTo>
                <a:lnTo>
                  <a:pt x="4957249" y="81748"/>
                </a:lnTo>
                <a:lnTo>
                  <a:pt x="4990123" y="114622"/>
                </a:lnTo>
                <a:lnTo>
                  <a:pt x="5018177" y="151801"/>
                </a:lnTo>
                <a:lnTo>
                  <a:pt x="5040895" y="192769"/>
                </a:lnTo>
                <a:lnTo>
                  <a:pt x="5057760" y="237010"/>
                </a:lnTo>
                <a:lnTo>
                  <a:pt x="5068258" y="284008"/>
                </a:lnTo>
                <a:lnTo>
                  <a:pt x="5071872" y="333248"/>
                </a:lnTo>
                <a:lnTo>
                  <a:pt x="5071872" y="1666240"/>
                </a:lnTo>
                <a:lnTo>
                  <a:pt x="5068258" y="1715479"/>
                </a:lnTo>
                <a:lnTo>
                  <a:pt x="5057760" y="1762477"/>
                </a:lnTo>
                <a:lnTo>
                  <a:pt x="5040895" y="1806718"/>
                </a:lnTo>
                <a:lnTo>
                  <a:pt x="5018177" y="1847686"/>
                </a:lnTo>
                <a:lnTo>
                  <a:pt x="4990123" y="1884865"/>
                </a:lnTo>
                <a:lnTo>
                  <a:pt x="4957249" y="1917739"/>
                </a:lnTo>
                <a:lnTo>
                  <a:pt x="4920070" y="1945793"/>
                </a:lnTo>
                <a:lnTo>
                  <a:pt x="4879102" y="1968511"/>
                </a:lnTo>
                <a:lnTo>
                  <a:pt x="4834861" y="1985376"/>
                </a:lnTo>
                <a:lnTo>
                  <a:pt x="4787863" y="1995874"/>
                </a:lnTo>
                <a:lnTo>
                  <a:pt x="4738624" y="1999488"/>
                </a:lnTo>
                <a:lnTo>
                  <a:pt x="333260" y="1999488"/>
                </a:lnTo>
                <a:lnTo>
                  <a:pt x="284012" y="1995874"/>
                </a:lnTo>
                <a:lnTo>
                  <a:pt x="237008" y="1985376"/>
                </a:lnTo>
                <a:lnTo>
                  <a:pt x="192763" y="1968511"/>
                </a:lnTo>
                <a:lnTo>
                  <a:pt x="151793" y="1945793"/>
                </a:lnTo>
                <a:lnTo>
                  <a:pt x="114614" y="1917739"/>
                </a:lnTo>
                <a:lnTo>
                  <a:pt x="81741" y="1884865"/>
                </a:lnTo>
                <a:lnTo>
                  <a:pt x="53688" y="1847686"/>
                </a:lnTo>
                <a:lnTo>
                  <a:pt x="30973" y="1806718"/>
                </a:lnTo>
                <a:lnTo>
                  <a:pt x="14109" y="1762477"/>
                </a:lnTo>
                <a:lnTo>
                  <a:pt x="3613" y="1715479"/>
                </a:lnTo>
                <a:lnTo>
                  <a:pt x="0" y="1666240"/>
                </a:lnTo>
                <a:lnTo>
                  <a:pt x="0" y="333248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2" name="Google Shape;332;p18"/>
          <p:cNvSpPr txBox="1"/>
          <p:nvPr/>
        </p:nvSpPr>
        <p:spPr>
          <a:xfrm>
            <a:off x="819403" y="3374516"/>
            <a:ext cx="4320540" cy="124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Relative units are good to style the responsive site because they scale relative to the window size or the parent.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884" y="1714500"/>
            <a:ext cx="2563367" cy="3285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 txBox="1"/>
          <p:nvPr/>
        </p:nvSpPr>
        <p:spPr>
          <a:xfrm>
            <a:off x="1579244" y="5379821"/>
            <a:ext cx="62337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&lt;p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style = "font-size: 2em;"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It has a font-size: 2em;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&lt;/p&gt;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651" y="5215128"/>
            <a:ext cx="593337" cy="64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672" y="6263534"/>
            <a:ext cx="406908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925">
            <a:spAutoFit/>
          </a:bodyPr>
          <a:lstStyle/>
          <a:p>
            <a:pPr indent="0" lvl="0" marL="19037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5292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-Typography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500633" y="1715261"/>
            <a:ext cx="8072755" cy="914400"/>
          </a:xfrm>
          <a:custGeom>
            <a:rect b="b" l="l" r="r" t="t"/>
            <a:pathLst>
              <a:path extrusionOk="0" h="914400" w="8072755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7920228" y="0"/>
                </a:lnTo>
                <a:lnTo>
                  <a:pt x="7968410" y="7766"/>
                </a:lnTo>
                <a:lnTo>
                  <a:pt x="8010247" y="29394"/>
                </a:lnTo>
                <a:lnTo>
                  <a:pt x="8043233" y="62380"/>
                </a:lnTo>
                <a:lnTo>
                  <a:pt x="8064861" y="104217"/>
                </a:lnTo>
                <a:lnTo>
                  <a:pt x="8072628" y="152400"/>
                </a:lnTo>
                <a:lnTo>
                  <a:pt x="8072628" y="762000"/>
                </a:lnTo>
                <a:lnTo>
                  <a:pt x="8064861" y="810182"/>
                </a:lnTo>
                <a:lnTo>
                  <a:pt x="8043233" y="852019"/>
                </a:lnTo>
                <a:lnTo>
                  <a:pt x="8010247" y="885005"/>
                </a:lnTo>
                <a:lnTo>
                  <a:pt x="7968410" y="906633"/>
                </a:lnTo>
                <a:lnTo>
                  <a:pt x="7920228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" name="Google Shape;344;p19"/>
          <p:cNvSpPr txBox="1"/>
          <p:nvPr/>
        </p:nvSpPr>
        <p:spPr>
          <a:xfrm>
            <a:off x="623417" y="1849577"/>
            <a:ext cx="7236459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Typography is the art and technique of arranging type on 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page</a:t>
            </a:r>
            <a:r>
              <a:rPr lang="en-US" sz="18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1214627" y="3072383"/>
            <a:ext cx="7073265" cy="399415"/>
          </a:xfrm>
          <a:prstGeom prst="rect">
            <a:avLst/>
          </a:prstGeom>
          <a:solidFill>
            <a:srgbClr val="FBD4B5"/>
          </a:solidFill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some fundamental CSS font properties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19"/>
          <p:cNvGrpSpPr/>
          <p:nvPr/>
        </p:nvGrpSpPr>
        <p:grpSpPr>
          <a:xfrm>
            <a:off x="3000756" y="3501390"/>
            <a:ext cx="3429000" cy="828802"/>
            <a:chOff x="3000756" y="3501390"/>
            <a:chExt cx="3429000" cy="828802"/>
          </a:xfrm>
        </p:grpSpPr>
        <p:sp>
          <p:nvSpPr>
            <p:cNvPr id="347" name="Google Shape;347;p19"/>
            <p:cNvSpPr/>
            <p:nvPr/>
          </p:nvSpPr>
          <p:spPr>
            <a:xfrm>
              <a:off x="4501133" y="3501390"/>
              <a:ext cx="485140" cy="428625"/>
            </a:xfrm>
            <a:custGeom>
              <a:rect b="b" l="l" r="r" t="t"/>
              <a:pathLst>
                <a:path extrusionOk="0" h="428625" w="485139">
                  <a:moveTo>
                    <a:pt x="0" y="214122"/>
                  </a:moveTo>
                  <a:lnTo>
                    <a:pt x="121157" y="214122"/>
                  </a:lnTo>
                  <a:lnTo>
                    <a:pt x="121157" y="0"/>
                  </a:lnTo>
                  <a:lnTo>
                    <a:pt x="363474" y="0"/>
                  </a:lnTo>
                  <a:lnTo>
                    <a:pt x="363474" y="214122"/>
                  </a:lnTo>
                  <a:lnTo>
                    <a:pt x="484631" y="214122"/>
                  </a:lnTo>
                  <a:lnTo>
                    <a:pt x="242315" y="428244"/>
                  </a:lnTo>
                  <a:lnTo>
                    <a:pt x="0" y="214122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3000756" y="3928872"/>
              <a:ext cx="3429000" cy="401320"/>
            </a:xfrm>
            <a:custGeom>
              <a:rect b="b" l="l" r="r" t="t"/>
              <a:pathLst>
                <a:path extrusionOk="0" h="401320" w="3429000">
                  <a:moveTo>
                    <a:pt x="1642872" y="0"/>
                  </a:moveTo>
                  <a:lnTo>
                    <a:pt x="0" y="0"/>
                  </a:lnTo>
                  <a:lnTo>
                    <a:pt x="0" y="400812"/>
                  </a:lnTo>
                  <a:lnTo>
                    <a:pt x="1642872" y="400812"/>
                  </a:lnTo>
                  <a:lnTo>
                    <a:pt x="1642872" y="0"/>
                  </a:lnTo>
                  <a:close/>
                </a:path>
                <a:path extrusionOk="0" h="401320" w="3429000">
                  <a:moveTo>
                    <a:pt x="3429000" y="0"/>
                  </a:moveTo>
                  <a:lnTo>
                    <a:pt x="1786128" y="0"/>
                  </a:lnTo>
                  <a:lnTo>
                    <a:pt x="1786128" y="400812"/>
                  </a:lnTo>
                  <a:lnTo>
                    <a:pt x="3429000" y="400812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19"/>
          <p:cNvSpPr txBox="1"/>
          <p:nvPr/>
        </p:nvSpPr>
        <p:spPr>
          <a:xfrm>
            <a:off x="1408302" y="3958590"/>
            <a:ext cx="65938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font-family	font-style	font-weight	Font-size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9"/>
          <p:cNvSpPr txBox="1"/>
          <p:nvPr/>
        </p:nvSpPr>
        <p:spPr>
          <a:xfrm>
            <a:off x="1214627" y="4422647"/>
            <a:ext cx="7073265" cy="401320"/>
          </a:xfrm>
          <a:prstGeom prst="rect">
            <a:avLst/>
          </a:prstGeom>
          <a:solidFill>
            <a:srgbClr val="FBD4B5"/>
          </a:solidFill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some fundamental CSS text properties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4572761" y="4929378"/>
            <a:ext cx="485140" cy="429895"/>
          </a:xfrm>
          <a:custGeom>
            <a:rect b="b" l="l" r="r" t="t"/>
            <a:pathLst>
              <a:path extrusionOk="0" h="429895" w="485139">
                <a:moveTo>
                  <a:pt x="0" y="214884"/>
                </a:moveTo>
                <a:lnTo>
                  <a:pt x="121158" y="214884"/>
                </a:lnTo>
                <a:lnTo>
                  <a:pt x="121158" y="0"/>
                </a:lnTo>
                <a:lnTo>
                  <a:pt x="363474" y="0"/>
                </a:lnTo>
                <a:lnTo>
                  <a:pt x="363474" y="214884"/>
                </a:lnTo>
                <a:lnTo>
                  <a:pt x="484632" y="214884"/>
                </a:lnTo>
                <a:lnTo>
                  <a:pt x="242315" y="429768"/>
                </a:lnTo>
                <a:lnTo>
                  <a:pt x="0" y="214884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19"/>
          <p:cNvSpPr txBox="1"/>
          <p:nvPr/>
        </p:nvSpPr>
        <p:spPr>
          <a:xfrm>
            <a:off x="6801739" y="5459069"/>
            <a:ext cx="140017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Text-indent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2236723" y="5459069"/>
            <a:ext cx="1742439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Word-spacing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1310766" y="5459069"/>
            <a:ext cx="66484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4273677" y="5459069"/>
            <a:ext cx="22409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263534"/>
            <a:ext cx="406907" cy="394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872" y="6263534"/>
            <a:ext cx="406907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949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4F81BC"/>
                </a:solidFill>
              </a:rPr>
              <a:t>CSS</a:t>
            </a:r>
            <a:r>
              <a:rPr lang="en-US" sz="4400">
                <a:solidFill>
                  <a:srgbClr val="000000"/>
                </a:solidFill>
              </a:rPr>
              <a:t>-Font Properties</a:t>
            </a:r>
            <a:endParaRPr sz="4400"/>
          </a:p>
        </p:txBody>
      </p:sp>
      <p:sp>
        <p:nvSpPr>
          <p:cNvPr id="364" name="Google Shape;364;p20"/>
          <p:cNvSpPr/>
          <p:nvPr/>
        </p:nvSpPr>
        <p:spPr>
          <a:xfrm>
            <a:off x="2286000" y="1571244"/>
            <a:ext cx="5786755" cy="401320"/>
          </a:xfrm>
          <a:custGeom>
            <a:rect b="b" l="l" r="r" t="t"/>
            <a:pathLst>
              <a:path extrusionOk="0" h="401319" w="5786755">
                <a:moveTo>
                  <a:pt x="0" y="400812"/>
                </a:moveTo>
                <a:lnTo>
                  <a:pt x="5786628" y="400812"/>
                </a:lnTo>
                <a:lnTo>
                  <a:pt x="5786628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noFill/>
          <a:ln cap="flat" cmpd="sng" w="95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5" name="Google Shape;365;p20"/>
          <p:cNvSpPr txBox="1"/>
          <p:nvPr/>
        </p:nvSpPr>
        <p:spPr>
          <a:xfrm>
            <a:off x="2364994" y="1600581"/>
            <a:ext cx="450024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To change the typeface of your text 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20"/>
          <p:cNvGrpSpPr/>
          <p:nvPr/>
        </p:nvGrpSpPr>
        <p:grpSpPr>
          <a:xfrm>
            <a:off x="643890" y="1500377"/>
            <a:ext cx="1643380" cy="500380"/>
            <a:chOff x="643890" y="1500377"/>
            <a:chExt cx="1643380" cy="500380"/>
          </a:xfrm>
        </p:grpSpPr>
        <p:sp>
          <p:nvSpPr>
            <p:cNvPr id="367" name="Google Shape;367;p20"/>
            <p:cNvSpPr/>
            <p:nvPr/>
          </p:nvSpPr>
          <p:spPr>
            <a:xfrm>
              <a:off x="643890" y="1500377"/>
              <a:ext cx="1643380" cy="500380"/>
            </a:xfrm>
            <a:custGeom>
              <a:rect b="b" l="l" r="r" t="t"/>
              <a:pathLst>
                <a:path extrusionOk="0" h="500380" w="1643380">
                  <a:moveTo>
                    <a:pt x="1642872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642872" y="499872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643890" y="1500377"/>
              <a:ext cx="1643380" cy="500380"/>
            </a:xfrm>
            <a:custGeom>
              <a:rect b="b" l="l" r="r" t="t"/>
              <a:pathLst>
                <a:path extrusionOk="0" h="500380" w="1643380">
                  <a:moveTo>
                    <a:pt x="0" y="499872"/>
                  </a:moveTo>
                  <a:lnTo>
                    <a:pt x="1642872" y="499872"/>
                  </a:lnTo>
                  <a:lnTo>
                    <a:pt x="1642872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noFill/>
            <a:ln cap="flat" cmpd="sng" w="25400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9" name="Google Shape;369;p20"/>
          <p:cNvSpPr txBox="1"/>
          <p:nvPr/>
        </p:nvSpPr>
        <p:spPr>
          <a:xfrm>
            <a:off x="867257" y="1588084"/>
            <a:ext cx="11931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font-family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20"/>
          <p:cNvGrpSpPr/>
          <p:nvPr/>
        </p:nvGrpSpPr>
        <p:grpSpPr>
          <a:xfrm>
            <a:off x="643890" y="2143505"/>
            <a:ext cx="1643380" cy="500380"/>
            <a:chOff x="643890" y="2143505"/>
            <a:chExt cx="1643380" cy="500380"/>
          </a:xfrm>
        </p:grpSpPr>
        <p:sp>
          <p:nvSpPr>
            <p:cNvPr id="371" name="Google Shape;371;p20"/>
            <p:cNvSpPr/>
            <p:nvPr/>
          </p:nvSpPr>
          <p:spPr>
            <a:xfrm>
              <a:off x="643890" y="2143505"/>
              <a:ext cx="1643380" cy="500380"/>
            </a:xfrm>
            <a:custGeom>
              <a:rect b="b" l="l" r="r" t="t"/>
              <a:pathLst>
                <a:path extrusionOk="0" h="500380" w="1643380">
                  <a:moveTo>
                    <a:pt x="1642872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642872" y="499872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643890" y="2143505"/>
              <a:ext cx="1643380" cy="500380"/>
            </a:xfrm>
            <a:custGeom>
              <a:rect b="b" l="l" r="r" t="t"/>
              <a:pathLst>
                <a:path extrusionOk="0" h="500380" w="1643380">
                  <a:moveTo>
                    <a:pt x="0" y="499872"/>
                  </a:moveTo>
                  <a:lnTo>
                    <a:pt x="1642872" y="499872"/>
                  </a:lnTo>
                  <a:lnTo>
                    <a:pt x="1642872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noFill/>
            <a:ln cap="flat" cmpd="sng" w="25400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3" name="Google Shape;373;p20"/>
          <p:cNvSpPr txBox="1"/>
          <p:nvPr/>
        </p:nvSpPr>
        <p:spPr>
          <a:xfrm>
            <a:off x="934313" y="2231212"/>
            <a:ext cx="105918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font-style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20"/>
          <p:cNvGrpSpPr/>
          <p:nvPr/>
        </p:nvGrpSpPr>
        <p:grpSpPr>
          <a:xfrm>
            <a:off x="643890" y="2858261"/>
            <a:ext cx="1643380" cy="500380"/>
            <a:chOff x="643890" y="2858261"/>
            <a:chExt cx="1643380" cy="500380"/>
          </a:xfrm>
        </p:grpSpPr>
        <p:sp>
          <p:nvSpPr>
            <p:cNvPr id="375" name="Google Shape;375;p20"/>
            <p:cNvSpPr/>
            <p:nvPr/>
          </p:nvSpPr>
          <p:spPr>
            <a:xfrm>
              <a:off x="643890" y="2858261"/>
              <a:ext cx="1643380" cy="500380"/>
            </a:xfrm>
            <a:custGeom>
              <a:rect b="b" l="l" r="r" t="t"/>
              <a:pathLst>
                <a:path extrusionOk="0" h="500379" w="1643380">
                  <a:moveTo>
                    <a:pt x="1642872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642872" y="499872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643890" y="2858261"/>
              <a:ext cx="1643380" cy="500380"/>
            </a:xfrm>
            <a:custGeom>
              <a:rect b="b" l="l" r="r" t="t"/>
              <a:pathLst>
                <a:path extrusionOk="0" h="500379" w="1643380">
                  <a:moveTo>
                    <a:pt x="0" y="499872"/>
                  </a:moveTo>
                  <a:lnTo>
                    <a:pt x="1642872" y="499872"/>
                  </a:lnTo>
                  <a:lnTo>
                    <a:pt x="1642872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noFill/>
            <a:ln cap="flat" cmpd="sng" w="25400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7" name="Google Shape;377;p20"/>
          <p:cNvSpPr txBox="1"/>
          <p:nvPr/>
        </p:nvSpPr>
        <p:spPr>
          <a:xfrm>
            <a:off x="826109" y="2946272"/>
            <a:ext cx="12763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font-weight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20"/>
          <p:cNvGrpSpPr/>
          <p:nvPr/>
        </p:nvGrpSpPr>
        <p:grpSpPr>
          <a:xfrm>
            <a:off x="643890" y="3501390"/>
            <a:ext cx="1643380" cy="500380"/>
            <a:chOff x="643890" y="3501390"/>
            <a:chExt cx="1643380" cy="500380"/>
          </a:xfrm>
        </p:grpSpPr>
        <p:sp>
          <p:nvSpPr>
            <p:cNvPr id="379" name="Google Shape;379;p20"/>
            <p:cNvSpPr/>
            <p:nvPr/>
          </p:nvSpPr>
          <p:spPr>
            <a:xfrm>
              <a:off x="643890" y="3501390"/>
              <a:ext cx="1643380" cy="500380"/>
            </a:xfrm>
            <a:custGeom>
              <a:rect b="b" l="l" r="r" t="t"/>
              <a:pathLst>
                <a:path extrusionOk="0" h="500379" w="1643380">
                  <a:moveTo>
                    <a:pt x="1642872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642872" y="499872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20"/>
            <p:cNvSpPr/>
            <p:nvPr/>
          </p:nvSpPr>
          <p:spPr>
            <a:xfrm>
              <a:off x="643890" y="3501390"/>
              <a:ext cx="1643380" cy="500380"/>
            </a:xfrm>
            <a:custGeom>
              <a:rect b="b" l="l" r="r" t="t"/>
              <a:pathLst>
                <a:path extrusionOk="0" h="500379" w="1643380">
                  <a:moveTo>
                    <a:pt x="0" y="499872"/>
                  </a:moveTo>
                  <a:lnTo>
                    <a:pt x="1642872" y="499872"/>
                  </a:lnTo>
                  <a:lnTo>
                    <a:pt x="1642872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noFill/>
            <a:ln cap="flat" cmpd="sng" w="25400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1" name="Google Shape;381;p20"/>
          <p:cNvSpPr txBox="1"/>
          <p:nvPr/>
        </p:nvSpPr>
        <p:spPr>
          <a:xfrm>
            <a:off x="978509" y="3588842"/>
            <a:ext cx="97091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font-size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2286000" y="2214372"/>
            <a:ext cx="5786755" cy="401320"/>
          </a:xfrm>
          <a:custGeom>
            <a:rect b="b" l="l" r="r" t="t"/>
            <a:pathLst>
              <a:path extrusionOk="0" h="401319" w="5786755">
                <a:moveTo>
                  <a:pt x="0" y="400812"/>
                </a:moveTo>
                <a:lnTo>
                  <a:pt x="5786628" y="400812"/>
                </a:lnTo>
                <a:lnTo>
                  <a:pt x="5786628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noFill/>
          <a:ln cap="flat" cmpd="sng" w="95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20"/>
          <p:cNvSpPr txBox="1"/>
          <p:nvPr/>
        </p:nvSpPr>
        <p:spPr>
          <a:xfrm>
            <a:off x="2364994" y="2243150"/>
            <a:ext cx="516318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To set whether text should be italic or not.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2286000" y="2929127"/>
            <a:ext cx="5786755" cy="399415"/>
          </a:xfrm>
          <a:custGeom>
            <a:rect b="b" l="l" r="r" t="t"/>
            <a:pathLst>
              <a:path extrusionOk="0" h="399414" w="5786755">
                <a:moveTo>
                  <a:pt x="0" y="399288"/>
                </a:moveTo>
                <a:lnTo>
                  <a:pt x="5786628" y="399288"/>
                </a:lnTo>
                <a:lnTo>
                  <a:pt x="5786628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noFill/>
          <a:ln cap="flat" cmpd="sng" w="95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5" name="Google Shape;385;p20"/>
          <p:cNvSpPr txBox="1"/>
          <p:nvPr/>
        </p:nvSpPr>
        <p:spPr>
          <a:xfrm>
            <a:off x="2416810" y="2953638"/>
            <a:ext cx="33413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To set the boldness of text.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2286000" y="3572255"/>
            <a:ext cx="5786755" cy="399415"/>
          </a:xfrm>
          <a:custGeom>
            <a:rect b="b" l="l" r="r" t="t"/>
            <a:pathLst>
              <a:path extrusionOk="0" h="399414" w="5786755">
                <a:moveTo>
                  <a:pt x="0" y="399288"/>
                </a:moveTo>
                <a:lnTo>
                  <a:pt x="5786628" y="399288"/>
                </a:lnTo>
                <a:lnTo>
                  <a:pt x="5786628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noFill/>
          <a:ln cap="flat" cmpd="sng" w="9525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20"/>
          <p:cNvSpPr txBox="1"/>
          <p:nvPr/>
        </p:nvSpPr>
        <p:spPr>
          <a:xfrm>
            <a:off x="2364994" y="3601339"/>
            <a:ext cx="49968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To control the size of your text elements.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599" y="4610132"/>
            <a:ext cx="2675246" cy="82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6188858"/>
            <a:ext cx="406907" cy="3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"/>
          <p:cNvSpPr txBox="1"/>
          <p:nvPr>
            <p:ph type="title"/>
          </p:nvPr>
        </p:nvSpPr>
        <p:spPr>
          <a:xfrm>
            <a:off x="857199" y="-1701"/>
            <a:ext cx="7374890" cy="130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981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4F81BC"/>
                </a:solidFill>
              </a:rPr>
              <a:t>CSS</a:t>
            </a:r>
            <a:r>
              <a:rPr lang="en-US" sz="4400">
                <a:solidFill>
                  <a:srgbClr val="000000"/>
                </a:solidFill>
              </a:rPr>
              <a:t>-Text Properties</a:t>
            </a:r>
            <a:endParaRPr sz="4400"/>
          </a:p>
        </p:txBody>
      </p:sp>
      <p:sp>
        <p:nvSpPr>
          <p:cNvPr id="396" name="Google Shape;396;p21"/>
          <p:cNvSpPr/>
          <p:nvPr/>
        </p:nvSpPr>
        <p:spPr>
          <a:xfrm>
            <a:off x="3072383" y="1857755"/>
            <a:ext cx="5572125" cy="707390"/>
          </a:xfrm>
          <a:custGeom>
            <a:rect b="b" l="l" r="r" t="t"/>
            <a:pathLst>
              <a:path extrusionOk="0" h="707389" w="5572125">
                <a:moveTo>
                  <a:pt x="0" y="707136"/>
                </a:moveTo>
                <a:lnTo>
                  <a:pt x="5571744" y="707136"/>
                </a:lnTo>
                <a:lnTo>
                  <a:pt x="5571744" y="0"/>
                </a:lnTo>
                <a:lnTo>
                  <a:pt x="0" y="0"/>
                </a:lnTo>
                <a:lnTo>
                  <a:pt x="0" y="707136"/>
                </a:lnTo>
                <a:close/>
              </a:path>
            </a:pathLst>
          </a:custGeom>
          <a:noFill/>
          <a:ln cap="flat" cmpd="sng" w="95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7" name="Google Shape;397;p21"/>
          <p:cNvSpPr txBox="1"/>
          <p:nvPr/>
        </p:nvSpPr>
        <p:spPr>
          <a:xfrm>
            <a:off x="3085845" y="1886204"/>
            <a:ext cx="555371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7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To increase or decrease the length of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77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space between each word in your text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715518" y="1858517"/>
            <a:ext cx="2357755" cy="713740"/>
          </a:xfrm>
          <a:custGeom>
            <a:rect b="b" l="l" r="r" t="t"/>
            <a:pathLst>
              <a:path extrusionOk="0" h="713739" w="2357755">
                <a:moveTo>
                  <a:pt x="0" y="713231"/>
                </a:moveTo>
                <a:lnTo>
                  <a:pt x="2357628" y="713231"/>
                </a:lnTo>
                <a:lnTo>
                  <a:pt x="2357628" y="0"/>
                </a:lnTo>
                <a:lnTo>
                  <a:pt x="0" y="0"/>
                </a:lnTo>
                <a:lnTo>
                  <a:pt x="0" y="713231"/>
                </a:lnTo>
                <a:close/>
              </a:path>
            </a:pathLst>
          </a:custGeom>
          <a:noFill/>
          <a:ln cap="flat" cmpd="sng" w="25375">
            <a:solidFill>
              <a:srgbClr val="C5D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21"/>
          <p:cNvSpPr txBox="1"/>
          <p:nvPr/>
        </p:nvSpPr>
        <p:spPr>
          <a:xfrm>
            <a:off x="715518" y="1845817"/>
            <a:ext cx="2357755" cy="739140"/>
          </a:xfrm>
          <a:prstGeom prst="rect">
            <a:avLst/>
          </a:prstGeom>
          <a:solidFill>
            <a:srgbClr val="C5D9F0"/>
          </a:solidFill>
          <a:ln>
            <a:noFill/>
          </a:ln>
        </p:spPr>
        <p:txBody>
          <a:bodyPr anchorCtr="0" anchor="t" bIns="0" lIns="0" spcFirstLastPara="1" rIns="0" wrap="square" tIns="219700">
            <a:spAutoFit/>
          </a:bodyPr>
          <a:lstStyle/>
          <a:p>
            <a:pPr indent="0" lvl="0" marL="405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Word-spacing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0" name="Google Shape;400;p21"/>
          <p:cNvGrpSpPr/>
          <p:nvPr/>
        </p:nvGrpSpPr>
        <p:grpSpPr>
          <a:xfrm>
            <a:off x="715518" y="2715005"/>
            <a:ext cx="2357755" cy="500380"/>
            <a:chOff x="715518" y="2715005"/>
            <a:chExt cx="2357755" cy="500380"/>
          </a:xfrm>
        </p:grpSpPr>
        <p:sp>
          <p:nvSpPr>
            <p:cNvPr id="401" name="Google Shape;401;p21"/>
            <p:cNvSpPr/>
            <p:nvPr/>
          </p:nvSpPr>
          <p:spPr>
            <a:xfrm>
              <a:off x="715518" y="2715005"/>
              <a:ext cx="2357755" cy="500380"/>
            </a:xfrm>
            <a:custGeom>
              <a:rect b="b" l="l" r="r" t="t"/>
              <a:pathLst>
                <a:path extrusionOk="0" h="500380" w="2357755">
                  <a:moveTo>
                    <a:pt x="2357628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2357628" y="499872"/>
                  </a:lnTo>
                  <a:lnTo>
                    <a:pt x="2357628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715518" y="2715005"/>
              <a:ext cx="2357755" cy="500380"/>
            </a:xfrm>
            <a:custGeom>
              <a:rect b="b" l="l" r="r" t="t"/>
              <a:pathLst>
                <a:path extrusionOk="0" h="500380" w="2357755">
                  <a:moveTo>
                    <a:pt x="0" y="499872"/>
                  </a:moveTo>
                  <a:lnTo>
                    <a:pt x="2357628" y="499872"/>
                  </a:lnTo>
                  <a:lnTo>
                    <a:pt x="2357628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noFill/>
            <a:ln cap="flat" cmpd="sng" w="25375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3" name="Google Shape;403;p21"/>
          <p:cNvSpPr txBox="1"/>
          <p:nvPr/>
        </p:nvSpPr>
        <p:spPr>
          <a:xfrm>
            <a:off x="1261999" y="2803397"/>
            <a:ext cx="12630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Text-indent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3072383" y="2785872"/>
            <a:ext cx="5572125" cy="401320"/>
          </a:xfrm>
          <a:custGeom>
            <a:rect b="b" l="l" r="r" t="t"/>
            <a:pathLst>
              <a:path extrusionOk="0" h="401319" w="5572125">
                <a:moveTo>
                  <a:pt x="0" y="400812"/>
                </a:moveTo>
                <a:lnTo>
                  <a:pt x="5571744" y="400812"/>
                </a:lnTo>
                <a:lnTo>
                  <a:pt x="5571744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noFill/>
          <a:ln cap="flat" cmpd="sng" w="95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5" name="Google Shape;405;p21"/>
          <p:cNvSpPr txBox="1"/>
          <p:nvPr/>
        </p:nvSpPr>
        <p:spPr>
          <a:xfrm>
            <a:off x="3151123" y="2815208"/>
            <a:ext cx="478028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To add an indent to your blocks of text.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21"/>
          <p:cNvGrpSpPr/>
          <p:nvPr/>
        </p:nvGrpSpPr>
        <p:grpSpPr>
          <a:xfrm>
            <a:off x="715518" y="3358134"/>
            <a:ext cx="2357755" cy="500380"/>
            <a:chOff x="715518" y="3358134"/>
            <a:chExt cx="2357755" cy="500380"/>
          </a:xfrm>
        </p:grpSpPr>
        <p:sp>
          <p:nvSpPr>
            <p:cNvPr id="407" name="Google Shape;407;p21"/>
            <p:cNvSpPr/>
            <p:nvPr/>
          </p:nvSpPr>
          <p:spPr>
            <a:xfrm>
              <a:off x="715518" y="3358134"/>
              <a:ext cx="2357755" cy="500380"/>
            </a:xfrm>
            <a:custGeom>
              <a:rect b="b" l="l" r="r" t="t"/>
              <a:pathLst>
                <a:path extrusionOk="0" h="500379" w="2357755">
                  <a:moveTo>
                    <a:pt x="2357628" y="0"/>
                  </a:moveTo>
                  <a:lnTo>
                    <a:pt x="0" y="0"/>
                  </a:lnTo>
                  <a:lnTo>
                    <a:pt x="0" y="499871"/>
                  </a:lnTo>
                  <a:lnTo>
                    <a:pt x="2357628" y="499871"/>
                  </a:lnTo>
                  <a:lnTo>
                    <a:pt x="2357628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715518" y="3358134"/>
              <a:ext cx="2357755" cy="500380"/>
            </a:xfrm>
            <a:custGeom>
              <a:rect b="b" l="l" r="r" t="t"/>
              <a:pathLst>
                <a:path extrusionOk="0" h="500379" w="2357755">
                  <a:moveTo>
                    <a:pt x="0" y="499871"/>
                  </a:moveTo>
                  <a:lnTo>
                    <a:pt x="2357628" y="499871"/>
                  </a:lnTo>
                  <a:lnTo>
                    <a:pt x="2357628" y="0"/>
                  </a:lnTo>
                  <a:lnTo>
                    <a:pt x="0" y="0"/>
                  </a:lnTo>
                  <a:lnTo>
                    <a:pt x="0" y="499871"/>
                  </a:lnTo>
                  <a:close/>
                </a:path>
              </a:pathLst>
            </a:custGeom>
            <a:noFill/>
            <a:ln cap="flat" cmpd="sng" w="25375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9" name="Google Shape;409;p21"/>
          <p:cNvSpPr txBox="1"/>
          <p:nvPr/>
        </p:nvSpPr>
        <p:spPr>
          <a:xfrm>
            <a:off x="1592707" y="3446526"/>
            <a:ext cx="6007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3072383" y="3429000"/>
            <a:ext cx="5572125" cy="401320"/>
          </a:xfrm>
          <a:custGeom>
            <a:rect b="b" l="l" r="r" t="t"/>
            <a:pathLst>
              <a:path extrusionOk="0" h="401320" w="5572125">
                <a:moveTo>
                  <a:pt x="0" y="400812"/>
                </a:moveTo>
                <a:lnTo>
                  <a:pt x="5571744" y="400812"/>
                </a:lnTo>
                <a:lnTo>
                  <a:pt x="5571744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noFill/>
          <a:ln cap="flat" cmpd="sng" w="9525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1" name="Google Shape;411;p21"/>
          <p:cNvSpPr txBox="1"/>
          <p:nvPr/>
        </p:nvSpPr>
        <p:spPr>
          <a:xfrm>
            <a:off x="3215132" y="3453765"/>
            <a:ext cx="329692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To set the color of the text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p21"/>
          <p:cNvGrpSpPr/>
          <p:nvPr/>
        </p:nvGrpSpPr>
        <p:grpSpPr>
          <a:xfrm>
            <a:off x="715518" y="4001261"/>
            <a:ext cx="2357755" cy="500380"/>
            <a:chOff x="715518" y="4001261"/>
            <a:chExt cx="2357755" cy="500380"/>
          </a:xfrm>
        </p:grpSpPr>
        <p:sp>
          <p:nvSpPr>
            <p:cNvPr id="413" name="Google Shape;413;p21"/>
            <p:cNvSpPr/>
            <p:nvPr/>
          </p:nvSpPr>
          <p:spPr>
            <a:xfrm>
              <a:off x="715518" y="4001261"/>
              <a:ext cx="2357755" cy="500380"/>
            </a:xfrm>
            <a:custGeom>
              <a:rect b="b" l="l" r="r" t="t"/>
              <a:pathLst>
                <a:path extrusionOk="0" h="500379" w="2357755">
                  <a:moveTo>
                    <a:pt x="2357628" y="0"/>
                  </a:moveTo>
                  <a:lnTo>
                    <a:pt x="0" y="0"/>
                  </a:lnTo>
                  <a:lnTo>
                    <a:pt x="0" y="499871"/>
                  </a:lnTo>
                  <a:lnTo>
                    <a:pt x="2357628" y="499871"/>
                  </a:lnTo>
                  <a:lnTo>
                    <a:pt x="2357628" y="0"/>
                  </a:lnTo>
                  <a:close/>
                </a:path>
              </a:pathLst>
            </a:custGeom>
            <a:solidFill>
              <a:srgbClr val="C5D9F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715518" y="4001261"/>
              <a:ext cx="2357755" cy="500380"/>
            </a:xfrm>
            <a:custGeom>
              <a:rect b="b" l="l" r="r" t="t"/>
              <a:pathLst>
                <a:path extrusionOk="0" h="500379" w="2357755">
                  <a:moveTo>
                    <a:pt x="0" y="499871"/>
                  </a:moveTo>
                  <a:lnTo>
                    <a:pt x="2357628" y="499871"/>
                  </a:lnTo>
                  <a:lnTo>
                    <a:pt x="2357628" y="0"/>
                  </a:lnTo>
                  <a:lnTo>
                    <a:pt x="0" y="0"/>
                  </a:lnTo>
                  <a:lnTo>
                    <a:pt x="0" y="499871"/>
                  </a:lnTo>
                  <a:close/>
                </a:path>
              </a:pathLst>
            </a:custGeom>
            <a:noFill/>
            <a:ln cap="flat" cmpd="sng" w="25375">
              <a:solidFill>
                <a:srgbClr val="C5D9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5" name="Google Shape;415;p21"/>
          <p:cNvSpPr txBox="1"/>
          <p:nvPr/>
        </p:nvSpPr>
        <p:spPr>
          <a:xfrm>
            <a:off x="883716" y="4088968"/>
            <a:ext cx="201739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Background-color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3072383" y="4072128"/>
            <a:ext cx="5500370" cy="399415"/>
          </a:xfrm>
          <a:custGeom>
            <a:rect b="b" l="l" r="r" t="t"/>
            <a:pathLst>
              <a:path extrusionOk="0" h="399414" w="5500370">
                <a:moveTo>
                  <a:pt x="0" y="399288"/>
                </a:moveTo>
                <a:lnTo>
                  <a:pt x="5500116" y="399288"/>
                </a:lnTo>
                <a:lnTo>
                  <a:pt x="5500116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noFill/>
          <a:ln cap="flat" cmpd="sng" w="9525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7" name="Google Shape;417;p21"/>
          <p:cNvSpPr txBox="1"/>
          <p:nvPr/>
        </p:nvSpPr>
        <p:spPr>
          <a:xfrm>
            <a:off x="3215132" y="4096892"/>
            <a:ext cx="3843654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To set the color of background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755" y="4858511"/>
            <a:ext cx="3070860" cy="1356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311" y="6380882"/>
            <a:ext cx="405384" cy="39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 txBox="1"/>
          <p:nvPr>
            <p:ph type="title"/>
          </p:nvPr>
        </p:nvSpPr>
        <p:spPr>
          <a:xfrm>
            <a:off x="1289685" y="-1701"/>
            <a:ext cx="6649084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4F81BC"/>
                </a:solidFill>
              </a:rPr>
              <a:t>CSS</a:t>
            </a:r>
            <a:r>
              <a:rPr lang="en-US" sz="4400">
                <a:solidFill>
                  <a:srgbClr val="000000"/>
                </a:solidFill>
              </a:rPr>
              <a:t>-Styling Background</a:t>
            </a:r>
            <a:endParaRPr sz="4400"/>
          </a:p>
        </p:txBody>
      </p:sp>
      <p:pic>
        <p:nvPicPr>
          <p:cNvPr id="426" name="Google Shape;4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763" y="6447937"/>
            <a:ext cx="406908" cy="39482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2"/>
          <p:cNvSpPr/>
          <p:nvPr/>
        </p:nvSpPr>
        <p:spPr>
          <a:xfrm>
            <a:off x="594448" y="1496441"/>
            <a:ext cx="8157209" cy="0"/>
          </a:xfrm>
          <a:custGeom>
            <a:rect b="b" l="l" r="r" t="t"/>
            <a:pathLst>
              <a:path extrusionOk="0" h="120000" w="8157209">
                <a:moveTo>
                  <a:pt x="0" y="0"/>
                </a:moveTo>
                <a:lnTo>
                  <a:pt x="8156613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9" name="Google Shape;429;p22"/>
          <p:cNvSpPr/>
          <p:nvPr/>
        </p:nvSpPr>
        <p:spPr>
          <a:xfrm>
            <a:off x="594448" y="2136520"/>
            <a:ext cx="8157209" cy="0"/>
          </a:xfrm>
          <a:custGeom>
            <a:rect b="b" l="l" r="r" t="t"/>
            <a:pathLst>
              <a:path extrusionOk="0" h="120000" w="8157209">
                <a:moveTo>
                  <a:pt x="0" y="0"/>
                </a:moveTo>
                <a:lnTo>
                  <a:pt x="8156613" y="0"/>
                </a:lnTo>
              </a:path>
            </a:pathLst>
          </a:cu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430" name="Google Shape;430;p22"/>
          <p:cNvGraphicFramePr/>
          <p:nvPr/>
        </p:nvGraphicFramePr>
        <p:xfrm>
          <a:off x="540842" y="800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{1C663FDD-3085-444D-B172-28DBDCCCC31C}</a:tableStyleId>
              </a:tblPr>
              <a:tblGrid>
                <a:gridCol w="2792100"/>
                <a:gridCol w="5352425"/>
              </a:tblGrid>
              <a:tr h="651500">
                <a:tc>
                  <a:txBody>
                    <a:bodyPr/>
                    <a:lstStyle/>
                    <a:p>
                      <a:pPr indent="0" lvl="0" marL="1295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background-color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44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background color to be used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2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CE6F1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Background-image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50" marB="0" marR="0" marL="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330" marR="1047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ONE or MORE background images to be used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CDB"/>
                    </a:solidFill>
                  </a:tcPr>
                </a:tc>
              </a:tr>
              <a:tr h="728350">
                <a:tc>
                  <a:txBody>
                    <a:bodyPr/>
                    <a:lstStyle/>
                    <a:p>
                      <a:pPr indent="0" lvl="0" marL="965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965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attachment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3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whether the background images are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1003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or scrolls with the rest of the page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9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653425">
                <a:tc>
                  <a:txBody>
                    <a:bodyPr/>
                    <a:lstStyle/>
                    <a:p>
                      <a:pPr indent="0" lvl="0" marL="86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Background-position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1915" marR="7918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position of the background images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C"/>
                    </a:solidFill>
                  </a:tcPr>
                </a:tc>
              </a:tr>
              <a:tr h="6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6750">
                <a:tc>
                  <a:txBody>
                    <a:bodyPr/>
                    <a:lstStyle/>
                    <a:p>
                      <a:pPr indent="0" lvl="0" marL="86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Background-size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19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size of the background images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9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CDB"/>
                    </a:solidFill>
                  </a:tcPr>
                </a:tc>
              </a:tr>
              <a:tr h="692775">
                <a:tc>
                  <a:txBody>
                    <a:bodyPr/>
                    <a:lstStyle/>
                    <a:p>
                      <a:pPr indent="0" lvl="0" marL="946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Background-repeat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4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0" marR="8667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how to repeat the background images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4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indent="0" lvl="0" marL="882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Background-origin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7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3185" marR="12630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positioning area of the background images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7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DCDB"/>
                    </a:solidFill>
                  </a:tcPr>
                </a:tc>
              </a:tr>
              <a:tr h="671825">
                <a:tc>
                  <a:txBody>
                    <a:bodyPr/>
                    <a:lstStyle/>
                    <a:p>
                      <a:pPr indent="0" lvl="0" marL="869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Background-clip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19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Specifies the painting area of the background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819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1F48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pic>
        <p:nvPicPr>
          <p:cNvPr id="431" name="Google Shape;4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3783" y="6434221"/>
            <a:ext cx="406907" cy="39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type="title"/>
          </p:nvPr>
        </p:nvSpPr>
        <p:spPr>
          <a:xfrm>
            <a:off x="857199" y="-1701"/>
            <a:ext cx="7374900" cy="13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2825">
            <a:spAutoFit/>
          </a:bodyPr>
          <a:lstStyle/>
          <a:p>
            <a:pPr indent="0" lvl="0" marL="8915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What We Discussed?</a:t>
            </a:r>
            <a:endParaRPr sz="4400"/>
          </a:p>
        </p:txBody>
      </p:sp>
      <p:pic>
        <p:nvPicPr>
          <p:cNvPr id="437" name="Google Shape;4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" name="Google Shape;438;p23"/>
          <p:cNvGrpSpPr/>
          <p:nvPr/>
        </p:nvGrpSpPr>
        <p:grpSpPr>
          <a:xfrm>
            <a:off x="643771" y="2715011"/>
            <a:ext cx="4507755" cy="3411468"/>
            <a:chOff x="643771" y="2715011"/>
            <a:chExt cx="4507755" cy="3411468"/>
          </a:xfrm>
        </p:grpSpPr>
        <p:pic>
          <p:nvPicPr>
            <p:cNvPr id="439" name="Google Shape;43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9094" y="3696214"/>
              <a:ext cx="3182432" cy="24302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23"/>
            <p:cNvSpPr/>
            <p:nvPr/>
          </p:nvSpPr>
          <p:spPr>
            <a:xfrm>
              <a:off x="643771" y="2715011"/>
              <a:ext cx="1771014" cy="1262379"/>
            </a:xfrm>
            <a:custGeom>
              <a:rect b="b" l="l" r="r" t="t"/>
              <a:pathLst>
                <a:path extrusionOk="0" h="1262379" w="1771014">
                  <a:moveTo>
                    <a:pt x="876757" y="0"/>
                  </a:moveTo>
                  <a:lnTo>
                    <a:pt x="814432" y="1289"/>
                  </a:lnTo>
                  <a:lnTo>
                    <a:pt x="751577" y="4566"/>
                  </a:lnTo>
                  <a:lnTo>
                    <a:pt x="686628" y="10061"/>
                  </a:lnTo>
                  <a:lnTo>
                    <a:pt x="623700" y="17550"/>
                  </a:lnTo>
                  <a:lnTo>
                    <a:pt x="562937" y="26946"/>
                  </a:lnTo>
                  <a:lnTo>
                    <a:pt x="504481" y="38164"/>
                  </a:lnTo>
                  <a:lnTo>
                    <a:pt x="448475" y="51117"/>
                  </a:lnTo>
                  <a:lnTo>
                    <a:pt x="395065" y="65716"/>
                  </a:lnTo>
                  <a:lnTo>
                    <a:pt x="344391" y="81877"/>
                  </a:lnTo>
                  <a:lnTo>
                    <a:pt x="296599" y="99512"/>
                  </a:lnTo>
                  <a:lnTo>
                    <a:pt x="251831" y="118535"/>
                  </a:lnTo>
                  <a:lnTo>
                    <a:pt x="210231" y="138858"/>
                  </a:lnTo>
                  <a:lnTo>
                    <a:pt x="171942" y="160395"/>
                  </a:lnTo>
                  <a:lnTo>
                    <a:pt x="137108" y="183060"/>
                  </a:lnTo>
                  <a:lnTo>
                    <a:pt x="105872" y="206765"/>
                  </a:lnTo>
                  <a:lnTo>
                    <a:pt x="54766" y="256950"/>
                  </a:lnTo>
                  <a:lnTo>
                    <a:pt x="19772" y="310256"/>
                  </a:lnTo>
                  <a:lnTo>
                    <a:pt x="2037" y="365989"/>
                  </a:lnTo>
                  <a:lnTo>
                    <a:pt x="0" y="394549"/>
                  </a:lnTo>
                  <a:lnTo>
                    <a:pt x="2707" y="423456"/>
                  </a:lnTo>
                  <a:lnTo>
                    <a:pt x="22067" y="480243"/>
                  </a:lnTo>
                  <a:lnTo>
                    <a:pt x="57769" y="532966"/>
                  </a:lnTo>
                  <a:lnTo>
                    <a:pt x="108564" y="581962"/>
                  </a:lnTo>
                  <a:lnTo>
                    <a:pt x="139195" y="604923"/>
                  </a:lnTo>
                  <a:lnTo>
                    <a:pt x="173088" y="626786"/>
                  </a:lnTo>
                  <a:lnTo>
                    <a:pt x="210070" y="647495"/>
                  </a:lnTo>
                  <a:lnTo>
                    <a:pt x="249973" y="666994"/>
                  </a:lnTo>
                  <a:lnTo>
                    <a:pt x="292624" y="685227"/>
                  </a:lnTo>
                  <a:lnTo>
                    <a:pt x="337854" y="702140"/>
                  </a:lnTo>
                  <a:lnTo>
                    <a:pt x="385491" y="717676"/>
                  </a:lnTo>
                  <a:lnTo>
                    <a:pt x="435364" y="731779"/>
                  </a:lnTo>
                  <a:lnTo>
                    <a:pt x="487304" y="744395"/>
                  </a:lnTo>
                  <a:lnTo>
                    <a:pt x="541138" y="755467"/>
                  </a:lnTo>
                  <a:lnTo>
                    <a:pt x="596697" y="764940"/>
                  </a:lnTo>
                  <a:lnTo>
                    <a:pt x="653810" y="772759"/>
                  </a:lnTo>
                  <a:lnTo>
                    <a:pt x="712305" y="778867"/>
                  </a:lnTo>
                  <a:lnTo>
                    <a:pt x="772012" y="783209"/>
                  </a:lnTo>
                  <a:lnTo>
                    <a:pt x="832761" y="785730"/>
                  </a:lnTo>
                  <a:lnTo>
                    <a:pt x="894380" y="786373"/>
                  </a:lnTo>
                  <a:lnTo>
                    <a:pt x="956699" y="785084"/>
                  </a:lnTo>
                  <a:lnTo>
                    <a:pt x="1019547" y="781806"/>
                  </a:lnTo>
                  <a:lnTo>
                    <a:pt x="1585967" y="1261866"/>
                  </a:lnTo>
                  <a:lnTo>
                    <a:pt x="1337682" y="731260"/>
                  </a:lnTo>
                  <a:lnTo>
                    <a:pt x="1401952" y="712605"/>
                  </a:lnTo>
                  <a:lnTo>
                    <a:pt x="1461680" y="691799"/>
                  </a:lnTo>
                  <a:lnTo>
                    <a:pt x="1516690" y="669006"/>
                  </a:lnTo>
                  <a:lnTo>
                    <a:pt x="1566810" y="644389"/>
                  </a:lnTo>
                  <a:lnTo>
                    <a:pt x="1611866" y="618111"/>
                  </a:lnTo>
                  <a:lnTo>
                    <a:pt x="1651684" y="590335"/>
                  </a:lnTo>
                  <a:lnTo>
                    <a:pt x="1686090" y="561223"/>
                  </a:lnTo>
                  <a:lnTo>
                    <a:pt x="1714913" y="530940"/>
                  </a:lnTo>
                  <a:lnTo>
                    <a:pt x="1737976" y="499647"/>
                  </a:lnTo>
                  <a:lnTo>
                    <a:pt x="1766135" y="434686"/>
                  </a:lnTo>
                  <a:lnTo>
                    <a:pt x="1770882" y="401343"/>
                  </a:lnTo>
                  <a:lnTo>
                    <a:pt x="1769177" y="367644"/>
                  </a:lnTo>
                  <a:lnTo>
                    <a:pt x="1749075" y="306130"/>
                  </a:lnTo>
                  <a:lnTo>
                    <a:pt x="1713363" y="253407"/>
                  </a:lnTo>
                  <a:lnTo>
                    <a:pt x="1662564" y="204411"/>
                  </a:lnTo>
                  <a:lnTo>
                    <a:pt x="1631932" y="181450"/>
                  </a:lnTo>
                  <a:lnTo>
                    <a:pt x="1598040" y="159587"/>
                  </a:lnTo>
                  <a:lnTo>
                    <a:pt x="1561058" y="138878"/>
                  </a:lnTo>
                  <a:lnTo>
                    <a:pt x="1521158" y="119379"/>
                  </a:lnTo>
                  <a:lnTo>
                    <a:pt x="1478508" y="101146"/>
                  </a:lnTo>
                  <a:lnTo>
                    <a:pt x="1433281" y="84233"/>
                  </a:lnTo>
                  <a:lnTo>
                    <a:pt x="1385647" y="68697"/>
                  </a:lnTo>
                  <a:lnTo>
                    <a:pt x="1335776" y="54594"/>
                  </a:lnTo>
                  <a:lnTo>
                    <a:pt x="1283838" y="41978"/>
                  </a:lnTo>
                  <a:lnTo>
                    <a:pt x="1230006" y="30906"/>
                  </a:lnTo>
                  <a:lnTo>
                    <a:pt x="1174448" y="21433"/>
                  </a:lnTo>
                  <a:lnTo>
                    <a:pt x="1117336" y="13614"/>
                  </a:lnTo>
                  <a:lnTo>
                    <a:pt x="1058840" y="7506"/>
                  </a:lnTo>
                  <a:lnTo>
                    <a:pt x="999131" y="3164"/>
                  </a:lnTo>
                  <a:lnTo>
                    <a:pt x="938380" y="643"/>
                  </a:lnTo>
                  <a:lnTo>
                    <a:pt x="8767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43771" y="2715011"/>
              <a:ext cx="1771014" cy="1262379"/>
            </a:xfrm>
            <a:custGeom>
              <a:rect b="b" l="l" r="r" t="t"/>
              <a:pathLst>
                <a:path extrusionOk="0" h="1262379" w="1771014">
                  <a:moveTo>
                    <a:pt x="1585967" y="1261866"/>
                  </a:moveTo>
                  <a:lnTo>
                    <a:pt x="1019547" y="781806"/>
                  </a:lnTo>
                  <a:lnTo>
                    <a:pt x="956699" y="785084"/>
                  </a:lnTo>
                  <a:lnTo>
                    <a:pt x="894380" y="786373"/>
                  </a:lnTo>
                  <a:lnTo>
                    <a:pt x="832761" y="785730"/>
                  </a:lnTo>
                  <a:lnTo>
                    <a:pt x="772012" y="783209"/>
                  </a:lnTo>
                  <a:lnTo>
                    <a:pt x="712305" y="778867"/>
                  </a:lnTo>
                  <a:lnTo>
                    <a:pt x="653810" y="772759"/>
                  </a:lnTo>
                  <a:lnTo>
                    <a:pt x="596697" y="764940"/>
                  </a:lnTo>
                  <a:lnTo>
                    <a:pt x="541138" y="755467"/>
                  </a:lnTo>
                  <a:lnTo>
                    <a:pt x="487304" y="744395"/>
                  </a:lnTo>
                  <a:lnTo>
                    <a:pt x="435364" y="731779"/>
                  </a:lnTo>
                  <a:lnTo>
                    <a:pt x="385491" y="717676"/>
                  </a:lnTo>
                  <a:lnTo>
                    <a:pt x="337854" y="702140"/>
                  </a:lnTo>
                  <a:lnTo>
                    <a:pt x="292624" y="685227"/>
                  </a:lnTo>
                  <a:lnTo>
                    <a:pt x="249973" y="666994"/>
                  </a:lnTo>
                  <a:lnTo>
                    <a:pt x="210070" y="647495"/>
                  </a:lnTo>
                  <a:lnTo>
                    <a:pt x="173088" y="626786"/>
                  </a:lnTo>
                  <a:lnTo>
                    <a:pt x="139195" y="604923"/>
                  </a:lnTo>
                  <a:lnTo>
                    <a:pt x="108564" y="581962"/>
                  </a:lnTo>
                  <a:lnTo>
                    <a:pt x="57769" y="532966"/>
                  </a:lnTo>
                  <a:lnTo>
                    <a:pt x="22067" y="480243"/>
                  </a:lnTo>
                  <a:lnTo>
                    <a:pt x="2707" y="423456"/>
                  </a:lnTo>
                  <a:lnTo>
                    <a:pt x="0" y="394549"/>
                  </a:lnTo>
                  <a:lnTo>
                    <a:pt x="2037" y="365989"/>
                  </a:lnTo>
                  <a:lnTo>
                    <a:pt x="19772" y="310256"/>
                  </a:lnTo>
                  <a:lnTo>
                    <a:pt x="54766" y="256950"/>
                  </a:lnTo>
                  <a:lnTo>
                    <a:pt x="105872" y="206765"/>
                  </a:lnTo>
                  <a:lnTo>
                    <a:pt x="137108" y="183060"/>
                  </a:lnTo>
                  <a:lnTo>
                    <a:pt x="171942" y="160395"/>
                  </a:lnTo>
                  <a:lnTo>
                    <a:pt x="210231" y="138858"/>
                  </a:lnTo>
                  <a:lnTo>
                    <a:pt x="251831" y="118535"/>
                  </a:lnTo>
                  <a:lnTo>
                    <a:pt x="296599" y="99512"/>
                  </a:lnTo>
                  <a:lnTo>
                    <a:pt x="344391" y="81877"/>
                  </a:lnTo>
                  <a:lnTo>
                    <a:pt x="395065" y="65716"/>
                  </a:lnTo>
                  <a:lnTo>
                    <a:pt x="448475" y="51117"/>
                  </a:lnTo>
                  <a:lnTo>
                    <a:pt x="504481" y="38164"/>
                  </a:lnTo>
                  <a:lnTo>
                    <a:pt x="562937" y="26946"/>
                  </a:lnTo>
                  <a:lnTo>
                    <a:pt x="623700" y="17550"/>
                  </a:lnTo>
                  <a:lnTo>
                    <a:pt x="686628" y="10061"/>
                  </a:lnTo>
                  <a:lnTo>
                    <a:pt x="751577" y="4566"/>
                  </a:lnTo>
                  <a:lnTo>
                    <a:pt x="814432" y="1289"/>
                  </a:lnTo>
                  <a:lnTo>
                    <a:pt x="876757" y="0"/>
                  </a:lnTo>
                  <a:lnTo>
                    <a:pt x="938380" y="643"/>
                  </a:lnTo>
                  <a:lnTo>
                    <a:pt x="999131" y="3164"/>
                  </a:lnTo>
                  <a:lnTo>
                    <a:pt x="1058840" y="7506"/>
                  </a:lnTo>
                  <a:lnTo>
                    <a:pt x="1117336" y="13614"/>
                  </a:lnTo>
                  <a:lnTo>
                    <a:pt x="1174448" y="21433"/>
                  </a:lnTo>
                  <a:lnTo>
                    <a:pt x="1230006" y="30906"/>
                  </a:lnTo>
                  <a:lnTo>
                    <a:pt x="1283838" y="41978"/>
                  </a:lnTo>
                  <a:lnTo>
                    <a:pt x="1335776" y="54594"/>
                  </a:lnTo>
                  <a:lnTo>
                    <a:pt x="1385647" y="68697"/>
                  </a:lnTo>
                  <a:lnTo>
                    <a:pt x="1433281" y="84233"/>
                  </a:lnTo>
                  <a:lnTo>
                    <a:pt x="1478508" y="101146"/>
                  </a:lnTo>
                  <a:lnTo>
                    <a:pt x="1521158" y="119379"/>
                  </a:lnTo>
                  <a:lnTo>
                    <a:pt x="1561058" y="138878"/>
                  </a:lnTo>
                  <a:lnTo>
                    <a:pt x="1598040" y="159587"/>
                  </a:lnTo>
                  <a:lnTo>
                    <a:pt x="1631932" y="181450"/>
                  </a:lnTo>
                  <a:lnTo>
                    <a:pt x="1662564" y="204411"/>
                  </a:lnTo>
                  <a:lnTo>
                    <a:pt x="1713363" y="253407"/>
                  </a:lnTo>
                  <a:lnTo>
                    <a:pt x="1749075" y="306130"/>
                  </a:lnTo>
                  <a:lnTo>
                    <a:pt x="1769177" y="367644"/>
                  </a:lnTo>
                  <a:lnTo>
                    <a:pt x="1770882" y="401343"/>
                  </a:lnTo>
                  <a:lnTo>
                    <a:pt x="1766135" y="434686"/>
                  </a:lnTo>
                  <a:lnTo>
                    <a:pt x="1737976" y="499647"/>
                  </a:lnTo>
                  <a:lnTo>
                    <a:pt x="1714913" y="530940"/>
                  </a:lnTo>
                  <a:lnTo>
                    <a:pt x="1686090" y="561223"/>
                  </a:lnTo>
                  <a:lnTo>
                    <a:pt x="1651684" y="590335"/>
                  </a:lnTo>
                  <a:lnTo>
                    <a:pt x="1611866" y="618111"/>
                  </a:lnTo>
                  <a:lnTo>
                    <a:pt x="1566810" y="644389"/>
                  </a:lnTo>
                  <a:lnTo>
                    <a:pt x="1516690" y="669006"/>
                  </a:lnTo>
                  <a:lnTo>
                    <a:pt x="1461680" y="691799"/>
                  </a:lnTo>
                  <a:lnTo>
                    <a:pt x="1401952" y="712605"/>
                  </a:lnTo>
                  <a:lnTo>
                    <a:pt x="1337682" y="731260"/>
                  </a:lnTo>
                  <a:lnTo>
                    <a:pt x="1585967" y="1261866"/>
                  </a:lnTo>
                  <a:close/>
                </a:path>
              </a:pathLst>
            </a:custGeom>
            <a:noFill/>
            <a:ln cap="flat" cmpd="sng" w="25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2" name="Google Shape;442;p23"/>
          <p:cNvSpPr txBox="1"/>
          <p:nvPr/>
        </p:nvSpPr>
        <p:spPr>
          <a:xfrm>
            <a:off x="986739" y="2953892"/>
            <a:ext cx="10851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oogle Shape;443;p23"/>
          <p:cNvGrpSpPr/>
          <p:nvPr/>
        </p:nvGrpSpPr>
        <p:grpSpPr>
          <a:xfrm>
            <a:off x="1786845" y="1500321"/>
            <a:ext cx="1699895" cy="1315720"/>
            <a:chOff x="1786845" y="1500321"/>
            <a:chExt cx="1699895" cy="1315720"/>
          </a:xfrm>
        </p:grpSpPr>
        <p:sp>
          <p:nvSpPr>
            <p:cNvPr id="444" name="Google Shape;444;p23"/>
            <p:cNvSpPr/>
            <p:nvPr/>
          </p:nvSpPr>
          <p:spPr>
            <a:xfrm>
              <a:off x="1786845" y="1500321"/>
              <a:ext cx="1699895" cy="1315720"/>
            </a:xfrm>
            <a:custGeom>
              <a:rect b="b" l="l" r="r" t="t"/>
              <a:pathLst>
                <a:path extrusionOk="0" h="1315720" w="1699895">
                  <a:moveTo>
                    <a:pt x="846536" y="0"/>
                  </a:moveTo>
                  <a:lnTo>
                    <a:pt x="787433" y="1204"/>
                  </a:lnTo>
                  <a:lnTo>
                    <a:pt x="729220" y="4623"/>
                  </a:lnTo>
                  <a:lnTo>
                    <a:pt x="672062" y="10188"/>
                  </a:lnTo>
                  <a:lnTo>
                    <a:pt x="616118" y="17833"/>
                  </a:lnTo>
                  <a:lnTo>
                    <a:pt x="561553" y="27491"/>
                  </a:lnTo>
                  <a:lnTo>
                    <a:pt x="508527" y="39094"/>
                  </a:lnTo>
                  <a:lnTo>
                    <a:pt x="457203" y="52575"/>
                  </a:lnTo>
                  <a:lnTo>
                    <a:pt x="407743" y="67866"/>
                  </a:lnTo>
                  <a:lnTo>
                    <a:pt x="360310" y="84902"/>
                  </a:lnTo>
                  <a:lnTo>
                    <a:pt x="315064" y="103613"/>
                  </a:lnTo>
                  <a:lnTo>
                    <a:pt x="272169" y="123934"/>
                  </a:lnTo>
                  <a:lnTo>
                    <a:pt x="231787" y="145797"/>
                  </a:lnTo>
                  <a:lnTo>
                    <a:pt x="194080" y="169135"/>
                  </a:lnTo>
                  <a:lnTo>
                    <a:pt x="159210" y="193881"/>
                  </a:lnTo>
                  <a:lnTo>
                    <a:pt x="127338" y="219967"/>
                  </a:lnTo>
                  <a:lnTo>
                    <a:pt x="98628" y="247326"/>
                  </a:lnTo>
                  <a:lnTo>
                    <a:pt x="73242" y="275891"/>
                  </a:lnTo>
                  <a:lnTo>
                    <a:pt x="33087" y="336371"/>
                  </a:lnTo>
                  <a:lnTo>
                    <a:pt x="8172" y="400868"/>
                  </a:lnTo>
                  <a:lnTo>
                    <a:pt x="0" y="469593"/>
                  </a:lnTo>
                  <a:lnTo>
                    <a:pt x="2797" y="503341"/>
                  </a:lnTo>
                  <a:lnTo>
                    <a:pt x="21457" y="569098"/>
                  </a:lnTo>
                  <a:lnTo>
                    <a:pt x="56604" y="631863"/>
                  </a:lnTo>
                  <a:lnTo>
                    <a:pt x="107117" y="690822"/>
                  </a:lnTo>
                  <a:lnTo>
                    <a:pt x="137785" y="718622"/>
                  </a:lnTo>
                  <a:lnTo>
                    <a:pt x="171875" y="745165"/>
                  </a:lnTo>
                  <a:lnTo>
                    <a:pt x="209245" y="770352"/>
                  </a:lnTo>
                  <a:lnTo>
                    <a:pt x="249757" y="794080"/>
                  </a:lnTo>
                  <a:lnTo>
                    <a:pt x="293269" y="816248"/>
                  </a:lnTo>
                  <a:lnTo>
                    <a:pt x="339642" y="836754"/>
                  </a:lnTo>
                  <a:lnTo>
                    <a:pt x="388735" y="855497"/>
                  </a:lnTo>
                  <a:lnTo>
                    <a:pt x="440409" y="872376"/>
                  </a:lnTo>
                  <a:lnTo>
                    <a:pt x="494523" y="887289"/>
                  </a:lnTo>
                  <a:lnTo>
                    <a:pt x="550937" y="900134"/>
                  </a:lnTo>
                  <a:lnTo>
                    <a:pt x="609511" y="910811"/>
                  </a:lnTo>
                  <a:lnTo>
                    <a:pt x="670106" y="919217"/>
                  </a:lnTo>
                  <a:lnTo>
                    <a:pt x="732580" y="925251"/>
                  </a:lnTo>
                  <a:lnTo>
                    <a:pt x="933367" y="1315522"/>
                  </a:lnTo>
                  <a:lnTo>
                    <a:pt x="1056430" y="915726"/>
                  </a:lnTo>
                  <a:lnTo>
                    <a:pt x="1118391" y="905847"/>
                  </a:lnTo>
                  <a:lnTo>
                    <a:pt x="1178190" y="893567"/>
                  </a:lnTo>
                  <a:lnTo>
                    <a:pt x="1235653" y="878993"/>
                  </a:lnTo>
                  <a:lnTo>
                    <a:pt x="1290608" y="862229"/>
                  </a:lnTo>
                  <a:lnTo>
                    <a:pt x="1342880" y="843383"/>
                  </a:lnTo>
                  <a:lnTo>
                    <a:pt x="1392295" y="822561"/>
                  </a:lnTo>
                  <a:lnTo>
                    <a:pt x="1438681" y="799866"/>
                  </a:lnTo>
                  <a:lnTo>
                    <a:pt x="1481864" y="775407"/>
                  </a:lnTo>
                  <a:lnTo>
                    <a:pt x="1521669" y="749288"/>
                  </a:lnTo>
                  <a:lnTo>
                    <a:pt x="1557925" y="721616"/>
                  </a:lnTo>
                  <a:lnTo>
                    <a:pt x="1590456" y="692496"/>
                  </a:lnTo>
                  <a:lnTo>
                    <a:pt x="1619089" y="662034"/>
                  </a:lnTo>
                  <a:lnTo>
                    <a:pt x="1643652" y="630336"/>
                  </a:lnTo>
                  <a:lnTo>
                    <a:pt x="1663969" y="597508"/>
                  </a:lnTo>
                  <a:lnTo>
                    <a:pt x="1691176" y="528884"/>
                  </a:lnTo>
                  <a:lnTo>
                    <a:pt x="1699348" y="460159"/>
                  </a:lnTo>
                  <a:lnTo>
                    <a:pt x="1696551" y="426412"/>
                  </a:lnTo>
                  <a:lnTo>
                    <a:pt x="1677890" y="360654"/>
                  </a:lnTo>
                  <a:lnTo>
                    <a:pt x="1642743" y="297890"/>
                  </a:lnTo>
                  <a:lnTo>
                    <a:pt x="1592231" y="238930"/>
                  </a:lnTo>
                  <a:lnTo>
                    <a:pt x="1561562" y="211131"/>
                  </a:lnTo>
                  <a:lnTo>
                    <a:pt x="1527473" y="184587"/>
                  </a:lnTo>
                  <a:lnTo>
                    <a:pt x="1490102" y="159401"/>
                  </a:lnTo>
                  <a:lnTo>
                    <a:pt x="1449591" y="135673"/>
                  </a:lnTo>
                  <a:lnTo>
                    <a:pt x="1406078" y="113505"/>
                  </a:lnTo>
                  <a:lnTo>
                    <a:pt x="1359706" y="92998"/>
                  </a:lnTo>
                  <a:lnTo>
                    <a:pt x="1310612" y="74255"/>
                  </a:lnTo>
                  <a:lnTo>
                    <a:pt x="1258938" y="57376"/>
                  </a:lnTo>
                  <a:lnTo>
                    <a:pt x="1204824" y="42463"/>
                  </a:lnTo>
                  <a:lnTo>
                    <a:pt x="1148410" y="29618"/>
                  </a:lnTo>
                  <a:lnTo>
                    <a:pt x="1089836" y="18942"/>
                  </a:lnTo>
                  <a:lnTo>
                    <a:pt x="1029242" y="10535"/>
                  </a:lnTo>
                  <a:lnTo>
                    <a:pt x="966768" y="4501"/>
                  </a:lnTo>
                  <a:lnTo>
                    <a:pt x="906368" y="1076"/>
                  </a:lnTo>
                  <a:lnTo>
                    <a:pt x="8465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1786845" y="1500321"/>
              <a:ext cx="1699895" cy="1315720"/>
            </a:xfrm>
            <a:custGeom>
              <a:rect b="b" l="l" r="r" t="t"/>
              <a:pathLst>
                <a:path extrusionOk="0" h="1315720" w="1699895">
                  <a:moveTo>
                    <a:pt x="933367" y="1315522"/>
                  </a:moveTo>
                  <a:lnTo>
                    <a:pt x="732580" y="925251"/>
                  </a:lnTo>
                  <a:lnTo>
                    <a:pt x="670106" y="919217"/>
                  </a:lnTo>
                  <a:lnTo>
                    <a:pt x="609511" y="910811"/>
                  </a:lnTo>
                  <a:lnTo>
                    <a:pt x="550937" y="900134"/>
                  </a:lnTo>
                  <a:lnTo>
                    <a:pt x="494523" y="887289"/>
                  </a:lnTo>
                  <a:lnTo>
                    <a:pt x="440409" y="872376"/>
                  </a:lnTo>
                  <a:lnTo>
                    <a:pt x="388735" y="855497"/>
                  </a:lnTo>
                  <a:lnTo>
                    <a:pt x="339642" y="836754"/>
                  </a:lnTo>
                  <a:lnTo>
                    <a:pt x="293269" y="816248"/>
                  </a:lnTo>
                  <a:lnTo>
                    <a:pt x="249757" y="794080"/>
                  </a:lnTo>
                  <a:lnTo>
                    <a:pt x="209245" y="770352"/>
                  </a:lnTo>
                  <a:lnTo>
                    <a:pt x="171875" y="745165"/>
                  </a:lnTo>
                  <a:lnTo>
                    <a:pt x="137785" y="718622"/>
                  </a:lnTo>
                  <a:lnTo>
                    <a:pt x="107117" y="690822"/>
                  </a:lnTo>
                  <a:lnTo>
                    <a:pt x="80010" y="661869"/>
                  </a:lnTo>
                  <a:lnTo>
                    <a:pt x="37039" y="600905"/>
                  </a:lnTo>
                  <a:lnTo>
                    <a:pt x="9996" y="536543"/>
                  </a:lnTo>
                  <a:lnTo>
                    <a:pt x="0" y="469593"/>
                  </a:lnTo>
                  <a:lnTo>
                    <a:pt x="1744" y="435402"/>
                  </a:lnTo>
                  <a:lnTo>
                    <a:pt x="18643" y="368151"/>
                  </a:lnTo>
                  <a:lnTo>
                    <a:pt x="51340" y="305595"/>
                  </a:lnTo>
                  <a:lnTo>
                    <a:pt x="98628" y="247326"/>
                  </a:lnTo>
                  <a:lnTo>
                    <a:pt x="127338" y="219967"/>
                  </a:lnTo>
                  <a:lnTo>
                    <a:pt x="159210" y="193881"/>
                  </a:lnTo>
                  <a:lnTo>
                    <a:pt x="194080" y="169135"/>
                  </a:lnTo>
                  <a:lnTo>
                    <a:pt x="231787" y="145797"/>
                  </a:lnTo>
                  <a:lnTo>
                    <a:pt x="272169" y="123934"/>
                  </a:lnTo>
                  <a:lnTo>
                    <a:pt x="315064" y="103613"/>
                  </a:lnTo>
                  <a:lnTo>
                    <a:pt x="360310" y="84902"/>
                  </a:lnTo>
                  <a:lnTo>
                    <a:pt x="407743" y="67866"/>
                  </a:lnTo>
                  <a:lnTo>
                    <a:pt x="457203" y="52575"/>
                  </a:lnTo>
                  <a:lnTo>
                    <a:pt x="508527" y="39094"/>
                  </a:lnTo>
                  <a:lnTo>
                    <a:pt x="561553" y="27491"/>
                  </a:lnTo>
                  <a:lnTo>
                    <a:pt x="616118" y="17833"/>
                  </a:lnTo>
                  <a:lnTo>
                    <a:pt x="672062" y="10188"/>
                  </a:lnTo>
                  <a:lnTo>
                    <a:pt x="729220" y="4623"/>
                  </a:lnTo>
                  <a:lnTo>
                    <a:pt x="787433" y="1204"/>
                  </a:lnTo>
                  <a:lnTo>
                    <a:pt x="846536" y="0"/>
                  </a:lnTo>
                  <a:lnTo>
                    <a:pt x="906368" y="1076"/>
                  </a:lnTo>
                  <a:lnTo>
                    <a:pt x="966768" y="4501"/>
                  </a:lnTo>
                  <a:lnTo>
                    <a:pt x="1029242" y="10535"/>
                  </a:lnTo>
                  <a:lnTo>
                    <a:pt x="1089836" y="18942"/>
                  </a:lnTo>
                  <a:lnTo>
                    <a:pt x="1148410" y="29618"/>
                  </a:lnTo>
                  <a:lnTo>
                    <a:pt x="1204824" y="42463"/>
                  </a:lnTo>
                  <a:lnTo>
                    <a:pt x="1258938" y="57376"/>
                  </a:lnTo>
                  <a:lnTo>
                    <a:pt x="1310612" y="74255"/>
                  </a:lnTo>
                  <a:lnTo>
                    <a:pt x="1359706" y="92998"/>
                  </a:lnTo>
                  <a:lnTo>
                    <a:pt x="1406078" y="113505"/>
                  </a:lnTo>
                  <a:lnTo>
                    <a:pt x="1449591" y="135673"/>
                  </a:lnTo>
                  <a:lnTo>
                    <a:pt x="1490102" y="159401"/>
                  </a:lnTo>
                  <a:lnTo>
                    <a:pt x="1527473" y="184587"/>
                  </a:lnTo>
                  <a:lnTo>
                    <a:pt x="1561562" y="211131"/>
                  </a:lnTo>
                  <a:lnTo>
                    <a:pt x="1592231" y="238930"/>
                  </a:lnTo>
                  <a:lnTo>
                    <a:pt x="1619338" y="267884"/>
                  </a:lnTo>
                  <a:lnTo>
                    <a:pt x="1662308" y="328847"/>
                  </a:lnTo>
                  <a:lnTo>
                    <a:pt x="1689351" y="393210"/>
                  </a:lnTo>
                  <a:lnTo>
                    <a:pt x="1699348" y="460159"/>
                  </a:lnTo>
                  <a:lnTo>
                    <a:pt x="1697603" y="494351"/>
                  </a:lnTo>
                  <a:lnTo>
                    <a:pt x="1679868" y="563655"/>
                  </a:lnTo>
                  <a:lnTo>
                    <a:pt x="1643652" y="630336"/>
                  </a:lnTo>
                  <a:lnTo>
                    <a:pt x="1619089" y="662034"/>
                  </a:lnTo>
                  <a:lnTo>
                    <a:pt x="1590456" y="692496"/>
                  </a:lnTo>
                  <a:lnTo>
                    <a:pt x="1557925" y="721616"/>
                  </a:lnTo>
                  <a:lnTo>
                    <a:pt x="1521669" y="749288"/>
                  </a:lnTo>
                  <a:lnTo>
                    <a:pt x="1481864" y="775407"/>
                  </a:lnTo>
                  <a:lnTo>
                    <a:pt x="1438681" y="799866"/>
                  </a:lnTo>
                  <a:lnTo>
                    <a:pt x="1392295" y="822561"/>
                  </a:lnTo>
                  <a:lnTo>
                    <a:pt x="1342880" y="843383"/>
                  </a:lnTo>
                  <a:lnTo>
                    <a:pt x="1290608" y="862229"/>
                  </a:lnTo>
                  <a:lnTo>
                    <a:pt x="1235653" y="878993"/>
                  </a:lnTo>
                  <a:lnTo>
                    <a:pt x="1178190" y="893567"/>
                  </a:lnTo>
                  <a:lnTo>
                    <a:pt x="1118391" y="905847"/>
                  </a:lnTo>
                  <a:lnTo>
                    <a:pt x="1056430" y="915726"/>
                  </a:lnTo>
                  <a:lnTo>
                    <a:pt x="933367" y="1315522"/>
                  </a:lnTo>
                  <a:close/>
                </a:path>
              </a:pathLst>
            </a:custGeom>
            <a:noFill/>
            <a:ln cap="flat" cmpd="sng" w="25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46" name="Google Shape;446;p23"/>
          <p:cNvSpPr txBox="1"/>
          <p:nvPr/>
        </p:nvSpPr>
        <p:spPr>
          <a:xfrm>
            <a:off x="2219325" y="1673478"/>
            <a:ext cx="83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Units &amp;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2329052" y="1947798"/>
            <a:ext cx="61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Sizes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23"/>
          <p:cNvGrpSpPr/>
          <p:nvPr/>
        </p:nvGrpSpPr>
        <p:grpSpPr>
          <a:xfrm>
            <a:off x="3369055" y="1572040"/>
            <a:ext cx="2561590" cy="1730375"/>
            <a:chOff x="3369055" y="1572040"/>
            <a:chExt cx="2561590" cy="1730375"/>
          </a:xfrm>
        </p:grpSpPr>
        <p:sp>
          <p:nvSpPr>
            <p:cNvPr id="449" name="Google Shape;449;p23"/>
            <p:cNvSpPr/>
            <p:nvPr/>
          </p:nvSpPr>
          <p:spPr>
            <a:xfrm>
              <a:off x="3369055" y="1572040"/>
              <a:ext cx="2561590" cy="1730375"/>
            </a:xfrm>
            <a:custGeom>
              <a:rect b="b" l="l" r="r" t="t"/>
              <a:pathLst>
                <a:path extrusionOk="0" h="1730375" w="2561590">
                  <a:moveTo>
                    <a:pt x="1438341" y="0"/>
                  </a:moveTo>
                  <a:lnTo>
                    <a:pt x="1386826" y="961"/>
                  </a:lnTo>
                  <a:lnTo>
                    <a:pt x="1335445" y="3117"/>
                  </a:lnTo>
                  <a:lnTo>
                    <a:pt x="1284286" y="6467"/>
                  </a:lnTo>
                  <a:lnTo>
                    <a:pt x="1233441" y="11009"/>
                  </a:lnTo>
                  <a:lnTo>
                    <a:pt x="1182997" y="16742"/>
                  </a:lnTo>
                  <a:lnTo>
                    <a:pt x="1133046" y="23663"/>
                  </a:lnTo>
                  <a:lnTo>
                    <a:pt x="1083677" y="31771"/>
                  </a:lnTo>
                  <a:lnTo>
                    <a:pt x="1034980" y="41064"/>
                  </a:lnTo>
                  <a:lnTo>
                    <a:pt x="987044" y="51541"/>
                  </a:lnTo>
                  <a:lnTo>
                    <a:pt x="939959" y="63200"/>
                  </a:lnTo>
                  <a:lnTo>
                    <a:pt x="893815" y="76039"/>
                  </a:lnTo>
                  <a:lnTo>
                    <a:pt x="848701" y="90057"/>
                  </a:lnTo>
                  <a:lnTo>
                    <a:pt x="804708" y="105251"/>
                  </a:lnTo>
                  <a:lnTo>
                    <a:pt x="761924" y="121621"/>
                  </a:lnTo>
                  <a:lnTo>
                    <a:pt x="720440" y="139165"/>
                  </a:lnTo>
                  <a:lnTo>
                    <a:pt x="680346" y="157880"/>
                  </a:lnTo>
                  <a:lnTo>
                    <a:pt x="641731" y="177765"/>
                  </a:lnTo>
                  <a:lnTo>
                    <a:pt x="595643" y="204294"/>
                  </a:lnTo>
                  <a:lnTo>
                    <a:pt x="553476" y="231855"/>
                  </a:lnTo>
                  <a:lnTo>
                    <a:pt x="515222" y="260357"/>
                  </a:lnTo>
                  <a:lnTo>
                    <a:pt x="480875" y="289708"/>
                  </a:lnTo>
                  <a:lnTo>
                    <a:pt x="450428" y="319816"/>
                  </a:lnTo>
                  <a:lnTo>
                    <a:pt x="423874" y="350589"/>
                  </a:lnTo>
                  <a:lnTo>
                    <a:pt x="401206" y="381934"/>
                  </a:lnTo>
                  <a:lnTo>
                    <a:pt x="367501" y="445975"/>
                  </a:lnTo>
                  <a:lnTo>
                    <a:pt x="349259" y="511202"/>
                  </a:lnTo>
                  <a:lnTo>
                    <a:pt x="345919" y="544030"/>
                  </a:lnTo>
                  <a:lnTo>
                    <a:pt x="346424" y="576879"/>
                  </a:lnTo>
                  <a:lnTo>
                    <a:pt x="358941" y="642269"/>
                  </a:lnTo>
                  <a:lnTo>
                    <a:pt x="386757" y="706637"/>
                  </a:lnTo>
                  <a:lnTo>
                    <a:pt x="429816" y="769247"/>
                  </a:lnTo>
                  <a:lnTo>
                    <a:pt x="457044" y="799661"/>
                  </a:lnTo>
                  <a:lnTo>
                    <a:pt x="488063" y="829360"/>
                  </a:lnTo>
                  <a:lnTo>
                    <a:pt x="522865" y="858251"/>
                  </a:lnTo>
                  <a:lnTo>
                    <a:pt x="561443" y="886242"/>
                  </a:lnTo>
                  <a:lnTo>
                    <a:pt x="603791" y="913241"/>
                  </a:lnTo>
                  <a:lnTo>
                    <a:pt x="649902" y="939156"/>
                  </a:lnTo>
                  <a:lnTo>
                    <a:pt x="699770" y="963895"/>
                  </a:lnTo>
                  <a:lnTo>
                    <a:pt x="0" y="1729832"/>
                  </a:lnTo>
                  <a:lnTo>
                    <a:pt x="1058799" y="1076036"/>
                  </a:lnTo>
                  <a:lnTo>
                    <a:pt x="1109693" y="1085075"/>
                  </a:lnTo>
                  <a:lnTo>
                    <a:pt x="1161034" y="1092811"/>
                  </a:lnTo>
                  <a:lnTo>
                    <a:pt x="1212733" y="1099256"/>
                  </a:lnTo>
                  <a:lnTo>
                    <a:pt x="1264706" y="1104420"/>
                  </a:lnTo>
                  <a:lnTo>
                    <a:pt x="1316865" y="1108312"/>
                  </a:lnTo>
                  <a:lnTo>
                    <a:pt x="1369122" y="1110942"/>
                  </a:lnTo>
                  <a:lnTo>
                    <a:pt x="1421393" y="1112321"/>
                  </a:lnTo>
                  <a:lnTo>
                    <a:pt x="1473589" y="1112459"/>
                  </a:lnTo>
                  <a:lnTo>
                    <a:pt x="1525624" y="1111366"/>
                  </a:lnTo>
                  <a:lnTo>
                    <a:pt x="1577412" y="1109052"/>
                  </a:lnTo>
                  <a:lnTo>
                    <a:pt x="1628865" y="1105527"/>
                  </a:lnTo>
                  <a:lnTo>
                    <a:pt x="1679897" y="1100802"/>
                  </a:lnTo>
                  <a:lnTo>
                    <a:pt x="1730422" y="1094885"/>
                  </a:lnTo>
                  <a:lnTo>
                    <a:pt x="1780352" y="1087788"/>
                  </a:lnTo>
                  <a:lnTo>
                    <a:pt x="1829601" y="1079520"/>
                  </a:lnTo>
                  <a:lnTo>
                    <a:pt x="1878082" y="1070092"/>
                  </a:lnTo>
                  <a:lnTo>
                    <a:pt x="1925709" y="1059514"/>
                  </a:lnTo>
                  <a:lnTo>
                    <a:pt x="1972394" y="1047795"/>
                  </a:lnTo>
                  <a:lnTo>
                    <a:pt x="2018052" y="1034946"/>
                  </a:lnTo>
                  <a:lnTo>
                    <a:pt x="2062594" y="1020977"/>
                  </a:lnTo>
                  <a:lnTo>
                    <a:pt x="2105936" y="1005898"/>
                  </a:lnTo>
                  <a:lnTo>
                    <a:pt x="2147989" y="989720"/>
                  </a:lnTo>
                  <a:lnTo>
                    <a:pt x="2188667" y="972451"/>
                  </a:lnTo>
                  <a:lnTo>
                    <a:pt x="2227884" y="954103"/>
                  </a:lnTo>
                  <a:lnTo>
                    <a:pt x="2265553" y="934685"/>
                  </a:lnTo>
                  <a:lnTo>
                    <a:pt x="2311640" y="908157"/>
                  </a:lnTo>
                  <a:lnTo>
                    <a:pt x="2353807" y="880596"/>
                  </a:lnTo>
                  <a:lnTo>
                    <a:pt x="2392061" y="852093"/>
                  </a:lnTo>
                  <a:lnTo>
                    <a:pt x="2426408" y="822742"/>
                  </a:lnTo>
                  <a:lnTo>
                    <a:pt x="2456855" y="792635"/>
                  </a:lnTo>
                  <a:lnTo>
                    <a:pt x="2483409" y="761862"/>
                  </a:lnTo>
                  <a:lnTo>
                    <a:pt x="2506077" y="730517"/>
                  </a:lnTo>
                  <a:lnTo>
                    <a:pt x="2539782" y="666476"/>
                  </a:lnTo>
                  <a:lnTo>
                    <a:pt x="2558024" y="601249"/>
                  </a:lnTo>
                  <a:lnTo>
                    <a:pt x="2561364" y="568421"/>
                  </a:lnTo>
                  <a:lnTo>
                    <a:pt x="2560859" y="535572"/>
                  </a:lnTo>
                  <a:lnTo>
                    <a:pt x="2548342" y="470181"/>
                  </a:lnTo>
                  <a:lnTo>
                    <a:pt x="2520526" y="405813"/>
                  </a:lnTo>
                  <a:lnTo>
                    <a:pt x="2477467" y="343204"/>
                  </a:lnTo>
                  <a:lnTo>
                    <a:pt x="2450239" y="312789"/>
                  </a:lnTo>
                  <a:lnTo>
                    <a:pt x="2419220" y="283091"/>
                  </a:lnTo>
                  <a:lnTo>
                    <a:pt x="2384418" y="254200"/>
                  </a:lnTo>
                  <a:lnTo>
                    <a:pt x="2345840" y="226208"/>
                  </a:lnTo>
                  <a:lnTo>
                    <a:pt x="2303492" y="199209"/>
                  </a:lnTo>
                  <a:lnTo>
                    <a:pt x="2257381" y="173294"/>
                  </a:lnTo>
                  <a:lnTo>
                    <a:pt x="2207514" y="148555"/>
                  </a:lnTo>
                  <a:lnTo>
                    <a:pt x="2166066" y="130163"/>
                  </a:lnTo>
                  <a:lnTo>
                    <a:pt x="2123316" y="112993"/>
                  </a:lnTo>
                  <a:lnTo>
                    <a:pt x="2079353" y="97044"/>
                  </a:lnTo>
                  <a:lnTo>
                    <a:pt x="2034268" y="82313"/>
                  </a:lnTo>
                  <a:lnTo>
                    <a:pt x="1988151" y="68799"/>
                  </a:lnTo>
                  <a:lnTo>
                    <a:pt x="1941090" y="56501"/>
                  </a:lnTo>
                  <a:lnTo>
                    <a:pt x="1893175" y="45416"/>
                  </a:lnTo>
                  <a:lnTo>
                    <a:pt x="1844497" y="35544"/>
                  </a:lnTo>
                  <a:lnTo>
                    <a:pt x="1795145" y="26882"/>
                  </a:lnTo>
                  <a:lnTo>
                    <a:pt x="1745208" y="19429"/>
                  </a:lnTo>
                  <a:lnTo>
                    <a:pt x="1694777" y="13183"/>
                  </a:lnTo>
                  <a:lnTo>
                    <a:pt x="1643941" y="8142"/>
                  </a:lnTo>
                  <a:lnTo>
                    <a:pt x="1592789" y="4305"/>
                  </a:lnTo>
                  <a:lnTo>
                    <a:pt x="1541413" y="1670"/>
                  </a:lnTo>
                  <a:lnTo>
                    <a:pt x="1489900" y="235"/>
                  </a:lnTo>
                  <a:lnTo>
                    <a:pt x="14383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3369055" y="1572040"/>
              <a:ext cx="2561590" cy="1730375"/>
            </a:xfrm>
            <a:custGeom>
              <a:rect b="b" l="l" r="r" t="t"/>
              <a:pathLst>
                <a:path extrusionOk="0" h="1730375" w="2561590">
                  <a:moveTo>
                    <a:pt x="0" y="1729832"/>
                  </a:moveTo>
                  <a:lnTo>
                    <a:pt x="699770" y="963895"/>
                  </a:lnTo>
                  <a:lnTo>
                    <a:pt x="649902" y="939156"/>
                  </a:lnTo>
                  <a:lnTo>
                    <a:pt x="603791" y="913241"/>
                  </a:lnTo>
                  <a:lnTo>
                    <a:pt x="561443" y="886242"/>
                  </a:lnTo>
                  <a:lnTo>
                    <a:pt x="522865" y="858251"/>
                  </a:lnTo>
                  <a:lnTo>
                    <a:pt x="488063" y="829360"/>
                  </a:lnTo>
                  <a:lnTo>
                    <a:pt x="457044" y="799661"/>
                  </a:lnTo>
                  <a:lnTo>
                    <a:pt x="429816" y="769247"/>
                  </a:lnTo>
                  <a:lnTo>
                    <a:pt x="406384" y="738208"/>
                  </a:lnTo>
                  <a:lnTo>
                    <a:pt x="370940" y="674627"/>
                  </a:lnTo>
                  <a:lnTo>
                    <a:pt x="350767" y="609656"/>
                  </a:lnTo>
                  <a:lnTo>
                    <a:pt x="345919" y="544030"/>
                  </a:lnTo>
                  <a:lnTo>
                    <a:pt x="349259" y="511202"/>
                  </a:lnTo>
                  <a:lnTo>
                    <a:pt x="367501" y="445975"/>
                  </a:lnTo>
                  <a:lnTo>
                    <a:pt x="401206" y="381934"/>
                  </a:lnTo>
                  <a:lnTo>
                    <a:pt x="423874" y="350589"/>
                  </a:lnTo>
                  <a:lnTo>
                    <a:pt x="450428" y="319816"/>
                  </a:lnTo>
                  <a:lnTo>
                    <a:pt x="480875" y="289708"/>
                  </a:lnTo>
                  <a:lnTo>
                    <a:pt x="515222" y="260357"/>
                  </a:lnTo>
                  <a:lnTo>
                    <a:pt x="553476" y="231855"/>
                  </a:lnTo>
                  <a:lnTo>
                    <a:pt x="595643" y="204294"/>
                  </a:lnTo>
                  <a:lnTo>
                    <a:pt x="641731" y="177765"/>
                  </a:lnTo>
                  <a:lnTo>
                    <a:pt x="680346" y="157880"/>
                  </a:lnTo>
                  <a:lnTo>
                    <a:pt x="720440" y="139165"/>
                  </a:lnTo>
                  <a:lnTo>
                    <a:pt x="761924" y="121621"/>
                  </a:lnTo>
                  <a:lnTo>
                    <a:pt x="804708" y="105251"/>
                  </a:lnTo>
                  <a:lnTo>
                    <a:pt x="848701" y="90057"/>
                  </a:lnTo>
                  <a:lnTo>
                    <a:pt x="893815" y="76039"/>
                  </a:lnTo>
                  <a:lnTo>
                    <a:pt x="939959" y="63200"/>
                  </a:lnTo>
                  <a:lnTo>
                    <a:pt x="987044" y="51541"/>
                  </a:lnTo>
                  <a:lnTo>
                    <a:pt x="1034980" y="41064"/>
                  </a:lnTo>
                  <a:lnTo>
                    <a:pt x="1083677" y="31771"/>
                  </a:lnTo>
                  <a:lnTo>
                    <a:pt x="1133046" y="23663"/>
                  </a:lnTo>
                  <a:lnTo>
                    <a:pt x="1182997" y="16742"/>
                  </a:lnTo>
                  <a:lnTo>
                    <a:pt x="1233441" y="11009"/>
                  </a:lnTo>
                  <a:lnTo>
                    <a:pt x="1284286" y="6467"/>
                  </a:lnTo>
                  <a:lnTo>
                    <a:pt x="1335445" y="3117"/>
                  </a:lnTo>
                  <a:lnTo>
                    <a:pt x="1386826" y="961"/>
                  </a:lnTo>
                  <a:lnTo>
                    <a:pt x="1438341" y="0"/>
                  </a:lnTo>
                  <a:lnTo>
                    <a:pt x="1489900" y="235"/>
                  </a:lnTo>
                  <a:lnTo>
                    <a:pt x="1541413" y="1670"/>
                  </a:lnTo>
                  <a:lnTo>
                    <a:pt x="1592789" y="4305"/>
                  </a:lnTo>
                  <a:lnTo>
                    <a:pt x="1643941" y="8142"/>
                  </a:lnTo>
                  <a:lnTo>
                    <a:pt x="1694777" y="13183"/>
                  </a:lnTo>
                  <a:lnTo>
                    <a:pt x="1745208" y="19429"/>
                  </a:lnTo>
                  <a:lnTo>
                    <a:pt x="1795145" y="26882"/>
                  </a:lnTo>
                  <a:lnTo>
                    <a:pt x="1844497" y="35544"/>
                  </a:lnTo>
                  <a:lnTo>
                    <a:pt x="1893175" y="45416"/>
                  </a:lnTo>
                  <a:lnTo>
                    <a:pt x="1941090" y="56501"/>
                  </a:lnTo>
                  <a:lnTo>
                    <a:pt x="1988151" y="68799"/>
                  </a:lnTo>
                  <a:lnTo>
                    <a:pt x="2034268" y="82313"/>
                  </a:lnTo>
                  <a:lnTo>
                    <a:pt x="2079353" y="97044"/>
                  </a:lnTo>
                  <a:lnTo>
                    <a:pt x="2123316" y="112993"/>
                  </a:lnTo>
                  <a:lnTo>
                    <a:pt x="2166066" y="130163"/>
                  </a:lnTo>
                  <a:lnTo>
                    <a:pt x="2207514" y="148555"/>
                  </a:lnTo>
                  <a:lnTo>
                    <a:pt x="2257381" y="173294"/>
                  </a:lnTo>
                  <a:lnTo>
                    <a:pt x="2303492" y="199209"/>
                  </a:lnTo>
                  <a:lnTo>
                    <a:pt x="2345840" y="226208"/>
                  </a:lnTo>
                  <a:lnTo>
                    <a:pt x="2384418" y="254200"/>
                  </a:lnTo>
                  <a:lnTo>
                    <a:pt x="2419220" y="283091"/>
                  </a:lnTo>
                  <a:lnTo>
                    <a:pt x="2450239" y="312789"/>
                  </a:lnTo>
                  <a:lnTo>
                    <a:pt x="2477467" y="343204"/>
                  </a:lnTo>
                  <a:lnTo>
                    <a:pt x="2500899" y="374243"/>
                  </a:lnTo>
                  <a:lnTo>
                    <a:pt x="2536343" y="437823"/>
                  </a:lnTo>
                  <a:lnTo>
                    <a:pt x="2556516" y="502795"/>
                  </a:lnTo>
                  <a:lnTo>
                    <a:pt x="2561364" y="568421"/>
                  </a:lnTo>
                  <a:lnTo>
                    <a:pt x="2558024" y="601249"/>
                  </a:lnTo>
                  <a:lnTo>
                    <a:pt x="2539782" y="666476"/>
                  </a:lnTo>
                  <a:lnTo>
                    <a:pt x="2506077" y="730517"/>
                  </a:lnTo>
                  <a:lnTo>
                    <a:pt x="2483409" y="761862"/>
                  </a:lnTo>
                  <a:lnTo>
                    <a:pt x="2456855" y="792635"/>
                  </a:lnTo>
                  <a:lnTo>
                    <a:pt x="2426408" y="822742"/>
                  </a:lnTo>
                  <a:lnTo>
                    <a:pt x="2392061" y="852093"/>
                  </a:lnTo>
                  <a:lnTo>
                    <a:pt x="2353807" y="880596"/>
                  </a:lnTo>
                  <a:lnTo>
                    <a:pt x="2311640" y="908157"/>
                  </a:lnTo>
                  <a:lnTo>
                    <a:pt x="2265553" y="934685"/>
                  </a:lnTo>
                  <a:lnTo>
                    <a:pt x="2227884" y="954103"/>
                  </a:lnTo>
                  <a:lnTo>
                    <a:pt x="2188667" y="972451"/>
                  </a:lnTo>
                  <a:lnTo>
                    <a:pt x="2147989" y="989720"/>
                  </a:lnTo>
                  <a:lnTo>
                    <a:pt x="2105936" y="1005898"/>
                  </a:lnTo>
                  <a:lnTo>
                    <a:pt x="2062594" y="1020977"/>
                  </a:lnTo>
                  <a:lnTo>
                    <a:pt x="2018052" y="1034946"/>
                  </a:lnTo>
                  <a:lnTo>
                    <a:pt x="1972394" y="1047795"/>
                  </a:lnTo>
                  <a:lnTo>
                    <a:pt x="1925709" y="1059514"/>
                  </a:lnTo>
                  <a:lnTo>
                    <a:pt x="1878082" y="1070092"/>
                  </a:lnTo>
                  <a:lnTo>
                    <a:pt x="1829601" y="1079520"/>
                  </a:lnTo>
                  <a:lnTo>
                    <a:pt x="1780352" y="1087788"/>
                  </a:lnTo>
                  <a:lnTo>
                    <a:pt x="1730422" y="1094885"/>
                  </a:lnTo>
                  <a:lnTo>
                    <a:pt x="1679897" y="1100802"/>
                  </a:lnTo>
                  <a:lnTo>
                    <a:pt x="1628865" y="1105527"/>
                  </a:lnTo>
                  <a:lnTo>
                    <a:pt x="1577412" y="1109052"/>
                  </a:lnTo>
                  <a:lnTo>
                    <a:pt x="1525624" y="1111366"/>
                  </a:lnTo>
                  <a:lnTo>
                    <a:pt x="1473589" y="1112459"/>
                  </a:lnTo>
                  <a:lnTo>
                    <a:pt x="1421393" y="1112321"/>
                  </a:lnTo>
                  <a:lnTo>
                    <a:pt x="1369122" y="1110942"/>
                  </a:lnTo>
                  <a:lnTo>
                    <a:pt x="1316865" y="1108312"/>
                  </a:lnTo>
                  <a:lnTo>
                    <a:pt x="1264706" y="1104420"/>
                  </a:lnTo>
                  <a:lnTo>
                    <a:pt x="1212733" y="1099256"/>
                  </a:lnTo>
                  <a:lnTo>
                    <a:pt x="1161034" y="1092811"/>
                  </a:lnTo>
                  <a:lnTo>
                    <a:pt x="1109693" y="1085075"/>
                  </a:lnTo>
                  <a:lnTo>
                    <a:pt x="1058799" y="1076036"/>
                  </a:lnTo>
                  <a:lnTo>
                    <a:pt x="0" y="1729832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1" name="Google Shape;451;p23"/>
          <p:cNvSpPr txBox="1"/>
          <p:nvPr/>
        </p:nvSpPr>
        <p:spPr>
          <a:xfrm>
            <a:off x="4153915" y="1973960"/>
            <a:ext cx="1338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Typography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p23"/>
          <p:cNvGrpSpPr/>
          <p:nvPr/>
        </p:nvGrpSpPr>
        <p:grpSpPr>
          <a:xfrm>
            <a:off x="5491226" y="2571858"/>
            <a:ext cx="2725420" cy="1732279"/>
            <a:chOff x="5491226" y="2571858"/>
            <a:chExt cx="2725420" cy="1732279"/>
          </a:xfrm>
        </p:grpSpPr>
        <p:sp>
          <p:nvSpPr>
            <p:cNvPr id="453" name="Google Shape;453;p23"/>
            <p:cNvSpPr/>
            <p:nvPr/>
          </p:nvSpPr>
          <p:spPr>
            <a:xfrm>
              <a:off x="5491226" y="2571858"/>
              <a:ext cx="2725420" cy="1732279"/>
            </a:xfrm>
            <a:custGeom>
              <a:rect b="b" l="l" r="r" t="t"/>
              <a:pathLst>
                <a:path extrusionOk="0" h="1732279" w="2725420">
                  <a:moveTo>
                    <a:pt x="1528766" y="0"/>
                  </a:moveTo>
                  <a:lnTo>
                    <a:pt x="1477090" y="906"/>
                  </a:lnTo>
                  <a:lnTo>
                    <a:pt x="1425536" y="2876"/>
                  </a:lnTo>
                  <a:lnTo>
                    <a:pt x="1374187" y="5908"/>
                  </a:lnTo>
                  <a:lnTo>
                    <a:pt x="1323120" y="10002"/>
                  </a:lnTo>
                  <a:lnTo>
                    <a:pt x="1272417" y="15156"/>
                  </a:lnTo>
                  <a:lnTo>
                    <a:pt x="1222157" y="21367"/>
                  </a:lnTo>
                  <a:lnTo>
                    <a:pt x="1172421" y="28636"/>
                  </a:lnTo>
                  <a:lnTo>
                    <a:pt x="1123288" y="36960"/>
                  </a:lnTo>
                  <a:lnTo>
                    <a:pt x="1074839" y="46338"/>
                  </a:lnTo>
                  <a:lnTo>
                    <a:pt x="1027153" y="56769"/>
                  </a:lnTo>
                  <a:lnTo>
                    <a:pt x="980310" y="68251"/>
                  </a:lnTo>
                  <a:lnTo>
                    <a:pt x="934392" y="80784"/>
                  </a:lnTo>
                  <a:lnTo>
                    <a:pt x="889476" y="94364"/>
                  </a:lnTo>
                  <a:lnTo>
                    <a:pt x="845644" y="108992"/>
                  </a:lnTo>
                  <a:lnTo>
                    <a:pt x="802976" y="124665"/>
                  </a:lnTo>
                  <a:lnTo>
                    <a:pt x="761551" y="141383"/>
                  </a:lnTo>
                  <a:lnTo>
                    <a:pt x="721449" y="159143"/>
                  </a:lnTo>
                  <a:lnTo>
                    <a:pt x="682751" y="177945"/>
                  </a:lnTo>
                  <a:lnTo>
                    <a:pt x="635468" y="203501"/>
                  </a:lnTo>
                  <a:lnTo>
                    <a:pt x="592051" y="230020"/>
                  </a:lnTo>
                  <a:lnTo>
                    <a:pt x="552496" y="257420"/>
                  </a:lnTo>
                  <a:lnTo>
                    <a:pt x="516794" y="285618"/>
                  </a:lnTo>
                  <a:lnTo>
                    <a:pt x="484941" y="314531"/>
                  </a:lnTo>
                  <a:lnTo>
                    <a:pt x="456929" y="344079"/>
                  </a:lnTo>
                  <a:lnTo>
                    <a:pt x="432752" y="374177"/>
                  </a:lnTo>
                  <a:lnTo>
                    <a:pt x="395877" y="435698"/>
                  </a:lnTo>
                  <a:lnTo>
                    <a:pt x="374265" y="498436"/>
                  </a:lnTo>
                  <a:lnTo>
                    <a:pt x="367863" y="561732"/>
                  </a:lnTo>
                  <a:lnTo>
                    <a:pt x="370350" y="593384"/>
                  </a:lnTo>
                  <a:lnTo>
                    <a:pt x="386667" y="656281"/>
                  </a:lnTo>
                  <a:lnTo>
                    <a:pt x="418065" y="718090"/>
                  </a:lnTo>
                  <a:lnTo>
                    <a:pt x="464492" y="778151"/>
                  </a:lnTo>
                  <a:lnTo>
                    <a:pt x="493326" y="807320"/>
                  </a:lnTo>
                  <a:lnTo>
                    <a:pt x="525898" y="835806"/>
                  </a:lnTo>
                  <a:lnTo>
                    <a:pt x="562201" y="863525"/>
                  </a:lnTo>
                  <a:lnTo>
                    <a:pt x="602230" y="890395"/>
                  </a:lnTo>
                  <a:lnTo>
                    <a:pt x="645977" y="916334"/>
                  </a:lnTo>
                  <a:lnTo>
                    <a:pt x="693436" y="941260"/>
                  </a:lnTo>
                  <a:lnTo>
                    <a:pt x="744601" y="965091"/>
                  </a:lnTo>
                  <a:lnTo>
                    <a:pt x="0" y="1732171"/>
                  </a:lnTo>
                  <a:lnTo>
                    <a:pt x="1126617" y="1077359"/>
                  </a:lnTo>
                  <a:lnTo>
                    <a:pt x="1178666" y="1086087"/>
                  </a:lnTo>
                  <a:lnTo>
                    <a:pt x="1231158" y="1093610"/>
                  </a:lnTo>
                  <a:lnTo>
                    <a:pt x="1284010" y="1099935"/>
                  </a:lnTo>
                  <a:lnTo>
                    <a:pt x="1337141" y="1105072"/>
                  </a:lnTo>
                  <a:lnTo>
                    <a:pt x="1390467" y="1109031"/>
                  </a:lnTo>
                  <a:lnTo>
                    <a:pt x="1443908" y="1111820"/>
                  </a:lnTo>
                  <a:lnTo>
                    <a:pt x="1497381" y="1113447"/>
                  </a:lnTo>
                  <a:lnTo>
                    <a:pt x="1550804" y="1113924"/>
                  </a:lnTo>
                  <a:lnTo>
                    <a:pt x="1604096" y="1113257"/>
                  </a:lnTo>
                  <a:lnTo>
                    <a:pt x="1657174" y="1111457"/>
                  </a:lnTo>
                  <a:lnTo>
                    <a:pt x="1709956" y="1108532"/>
                  </a:lnTo>
                  <a:lnTo>
                    <a:pt x="1762361" y="1104492"/>
                  </a:lnTo>
                  <a:lnTo>
                    <a:pt x="1814306" y="1099346"/>
                  </a:lnTo>
                  <a:lnTo>
                    <a:pt x="1865709" y="1093102"/>
                  </a:lnTo>
                  <a:lnTo>
                    <a:pt x="1916489" y="1085770"/>
                  </a:lnTo>
                  <a:lnTo>
                    <a:pt x="1966563" y="1077358"/>
                  </a:lnTo>
                  <a:lnTo>
                    <a:pt x="2015849" y="1067877"/>
                  </a:lnTo>
                  <a:lnTo>
                    <a:pt x="2064266" y="1057334"/>
                  </a:lnTo>
                  <a:lnTo>
                    <a:pt x="2111732" y="1045740"/>
                  </a:lnTo>
                  <a:lnTo>
                    <a:pt x="2158163" y="1033102"/>
                  </a:lnTo>
                  <a:lnTo>
                    <a:pt x="2203480" y="1019430"/>
                  </a:lnTo>
                  <a:lnTo>
                    <a:pt x="2247599" y="1004734"/>
                  </a:lnTo>
                  <a:lnTo>
                    <a:pt x="2290438" y="989022"/>
                  </a:lnTo>
                  <a:lnTo>
                    <a:pt x="2331916" y="972303"/>
                  </a:lnTo>
                  <a:lnTo>
                    <a:pt x="2371950" y="954586"/>
                  </a:lnTo>
                  <a:lnTo>
                    <a:pt x="2410459" y="935881"/>
                  </a:lnTo>
                  <a:lnTo>
                    <a:pt x="2457743" y="910325"/>
                  </a:lnTo>
                  <a:lnTo>
                    <a:pt x="2501160" y="883806"/>
                  </a:lnTo>
                  <a:lnTo>
                    <a:pt x="2540715" y="856406"/>
                  </a:lnTo>
                  <a:lnTo>
                    <a:pt x="2576417" y="828208"/>
                  </a:lnTo>
                  <a:lnTo>
                    <a:pt x="2608270" y="799294"/>
                  </a:lnTo>
                  <a:lnTo>
                    <a:pt x="2636282" y="769747"/>
                  </a:lnTo>
                  <a:lnTo>
                    <a:pt x="2660459" y="739649"/>
                  </a:lnTo>
                  <a:lnTo>
                    <a:pt x="2697334" y="678127"/>
                  </a:lnTo>
                  <a:lnTo>
                    <a:pt x="2718946" y="615389"/>
                  </a:lnTo>
                  <a:lnTo>
                    <a:pt x="2725348" y="552093"/>
                  </a:lnTo>
                  <a:lnTo>
                    <a:pt x="2722861" y="520442"/>
                  </a:lnTo>
                  <a:lnTo>
                    <a:pt x="2706544" y="457544"/>
                  </a:lnTo>
                  <a:lnTo>
                    <a:pt x="2675146" y="395736"/>
                  </a:lnTo>
                  <a:lnTo>
                    <a:pt x="2628719" y="335675"/>
                  </a:lnTo>
                  <a:lnTo>
                    <a:pt x="2599885" y="306505"/>
                  </a:lnTo>
                  <a:lnTo>
                    <a:pt x="2567313" y="278020"/>
                  </a:lnTo>
                  <a:lnTo>
                    <a:pt x="2531010" y="250301"/>
                  </a:lnTo>
                  <a:lnTo>
                    <a:pt x="2490981" y="223431"/>
                  </a:lnTo>
                  <a:lnTo>
                    <a:pt x="2447234" y="197491"/>
                  </a:lnTo>
                  <a:lnTo>
                    <a:pt x="2399775" y="172565"/>
                  </a:lnTo>
                  <a:lnTo>
                    <a:pt x="2348610" y="148735"/>
                  </a:lnTo>
                  <a:lnTo>
                    <a:pt x="2307079" y="131340"/>
                  </a:lnTo>
                  <a:lnTo>
                    <a:pt x="2264310" y="115032"/>
                  </a:lnTo>
                  <a:lnTo>
                    <a:pt x="2220384" y="99811"/>
                  </a:lnTo>
                  <a:lnTo>
                    <a:pt x="2175382" y="85675"/>
                  </a:lnTo>
                  <a:lnTo>
                    <a:pt x="2129383" y="72622"/>
                  </a:lnTo>
                  <a:lnTo>
                    <a:pt x="2082467" y="60652"/>
                  </a:lnTo>
                  <a:lnTo>
                    <a:pt x="2034714" y="49762"/>
                  </a:lnTo>
                  <a:lnTo>
                    <a:pt x="1986205" y="39952"/>
                  </a:lnTo>
                  <a:lnTo>
                    <a:pt x="1937018" y="31220"/>
                  </a:lnTo>
                  <a:lnTo>
                    <a:pt x="1887235" y="23564"/>
                  </a:lnTo>
                  <a:lnTo>
                    <a:pt x="1836936" y="16983"/>
                  </a:lnTo>
                  <a:lnTo>
                    <a:pt x="1786199" y="11477"/>
                  </a:lnTo>
                  <a:lnTo>
                    <a:pt x="1735106" y="7042"/>
                  </a:lnTo>
                  <a:lnTo>
                    <a:pt x="1683736" y="3679"/>
                  </a:lnTo>
                  <a:lnTo>
                    <a:pt x="1632169" y="1385"/>
                  </a:lnTo>
                  <a:lnTo>
                    <a:pt x="1580486" y="159"/>
                  </a:lnTo>
                  <a:lnTo>
                    <a:pt x="15287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5491226" y="2571858"/>
              <a:ext cx="2725420" cy="1732279"/>
            </a:xfrm>
            <a:custGeom>
              <a:rect b="b" l="l" r="r" t="t"/>
              <a:pathLst>
                <a:path extrusionOk="0" h="1732279" w="2725420">
                  <a:moveTo>
                    <a:pt x="0" y="1732171"/>
                  </a:moveTo>
                  <a:lnTo>
                    <a:pt x="744601" y="965091"/>
                  </a:lnTo>
                  <a:lnTo>
                    <a:pt x="693436" y="941260"/>
                  </a:lnTo>
                  <a:lnTo>
                    <a:pt x="645977" y="916334"/>
                  </a:lnTo>
                  <a:lnTo>
                    <a:pt x="602230" y="890395"/>
                  </a:lnTo>
                  <a:lnTo>
                    <a:pt x="562201" y="863525"/>
                  </a:lnTo>
                  <a:lnTo>
                    <a:pt x="525898" y="835806"/>
                  </a:lnTo>
                  <a:lnTo>
                    <a:pt x="493326" y="807320"/>
                  </a:lnTo>
                  <a:lnTo>
                    <a:pt x="464492" y="778151"/>
                  </a:lnTo>
                  <a:lnTo>
                    <a:pt x="439403" y="748380"/>
                  </a:lnTo>
                  <a:lnTo>
                    <a:pt x="400484" y="687363"/>
                  </a:lnTo>
                  <a:lnTo>
                    <a:pt x="376620" y="624927"/>
                  </a:lnTo>
                  <a:lnTo>
                    <a:pt x="367863" y="561732"/>
                  </a:lnTo>
                  <a:lnTo>
                    <a:pt x="369166" y="530056"/>
                  </a:lnTo>
                  <a:lnTo>
                    <a:pt x="383166" y="466957"/>
                  </a:lnTo>
                  <a:lnTo>
                    <a:pt x="412404" y="404745"/>
                  </a:lnTo>
                  <a:lnTo>
                    <a:pt x="456929" y="344079"/>
                  </a:lnTo>
                  <a:lnTo>
                    <a:pt x="484941" y="314531"/>
                  </a:lnTo>
                  <a:lnTo>
                    <a:pt x="516794" y="285618"/>
                  </a:lnTo>
                  <a:lnTo>
                    <a:pt x="552496" y="257420"/>
                  </a:lnTo>
                  <a:lnTo>
                    <a:pt x="592051" y="230020"/>
                  </a:lnTo>
                  <a:lnTo>
                    <a:pt x="635468" y="203501"/>
                  </a:lnTo>
                  <a:lnTo>
                    <a:pt x="682751" y="177945"/>
                  </a:lnTo>
                  <a:lnTo>
                    <a:pt x="721449" y="159143"/>
                  </a:lnTo>
                  <a:lnTo>
                    <a:pt x="761551" y="141383"/>
                  </a:lnTo>
                  <a:lnTo>
                    <a:pt x="802976" y="124665"/>
                  </a:lnTo>
                  <a:lnTo>
                    <a:pt x="845644" y="108992"/>
                  </a:lnTo>
                  <a:lnTo>
                    <a:pt x="889476" y="94364"/>
                  </a:lnTo>
                  <a:lnTo>
                    <a:pt x="934392" y="80784"/>
                  </a:lnTo>
                  <a:lnTo>
                    <a:pt x="980310" y="68251"/>
                  </a:lnTo>
                  <a:lnTo>
                    <a:pt x="1027153" y="56769"/>
                  </a:lnTo>
                  <a:lnTo>
                    <a:pt x="1074839" y="46338"/>
                  </a:lnTo>
                  <a:lnTo>
                    <a:pt x="1123288" y="36960"/>
                  </a:lnTo>
                  <a:lnTo>
                    <a:pt x="1172421" y="28636"/>
                  </a:lnTo>
                  <a:lnTo>
                    <a:pt x="1222157" y="21367"/>
                  </a:lnTo>
                  <a:lnTo>
                    <a:pt x="1272417" y="15156"/>
                  </a:lnTo>
                  <a:lnTo>
                    <a:pt x="1323120" y="10002"/>
                  </a:lnTo>
                  <a:lnTo>
                    <a:pt x="1374187" y="5908"/>
                  </a:lnTo>
                  <a:lnTo>
                    <a:pt x="1425536" y="2876"/>
                  </a:lnTo>
                  <a:lnTo>
                    <a:pt x="1477090" y="906"/>
                  </a:lnTo>
                  <a:lnTo>
                    <a:pt x="1528766" y="0"/>
                  </a:lnTo>
                  <a:lnTo>
                    <a:pt x="1580486" y="159"/>
                  </a:lnTo>
                  <a:lnTo>
                    <a:pt x="1632169" y="1385"/>
                  </a:lnTo>
                  <a:lnTo>
                    <a:pt x="1683736" y="3679"/>
                  </a:lnTo>
                  <a:lnTo>
                    <a:pt x="1735106" y="7042"/>
                  </a:lnTo>
                  <a:lnTo>
                    <a:pt x="1786199" y="11477"/>
                  </a:lnTo>
                  <a:lnTo>
                    <a:pt x="1836936" y="16983"/>
                  </a:lnTo>
                  <a:lnTo>
                    <a:pt x="1887235" y="23564"/>
                  </a:lnTo>
                  <a:lnTo>
                    <a:pt x="1937018" y="31220"/>
                  </a:lnTo>
                  <a:lnTo>
                    <a:pt x="1986205" y="39952"/>
                  </a:lnTo>
                  <a:lnTo>
                    <a:pt x="2034714" y="49762"/>
                  </a:lnTo>
                  <a:lnTo>
                    <a:pt x="2082467" y="60652"/>
                  </a:lnTo>
                  <a:lnTo>
                    <a:pt x="2129383" y="72622"/>
                  </a:lnTo>
                  <a:lnTo>
                    <a:pt x="2175382" y="85675"/>
                  </a:lnTo>
                  <a:lnTo>
                    <a:pt x="2220384" y="99811"/>
                  </a:lnTo>
                  <a:lnTo>
                    <a:pt x="2264310" y="115032"/>
                  </a:lnTo>
                  <a:lnTo>
                    <a:pt x="2307079" y="131340"/>
                  </a:lnTo>
                  <a:lnTo>
                    <a:pt x="2348610" y="148735"/>
                  </a:lnTo>
                  <a:lnTo>
                    <a:pt x="2399775" y="172565"/>
                  </a:lnTo>
                  <a:lnTo>
                    <a:pt x="2447234" y="197491"/>
                  </a:lnTo>
                  <a:lnTo>
                    <a:pt x="2490981" y="223431"/>
                  </a:lnTo>
                  <a:lnTo>
                    <a:pt x="2531010" y="250301"/>
                  </a:lnTo>
                  <a:lnTo>
                    <a:pt x="2567313" y="278020"/>
                  </a:lnTo>
                  <a:lnTo>
                    <a:pt x="2599885" y="306505"/>
                  </a:lnTo>
                  <a:lnTo>
                    <a:pt x="2628719" y="335675"/>
                  </a:lnTo>
                  <a:lnTo>
                    <a:pt x="2653808" y="365446"/>
                  </a:lnTo>
                  <a:lnTo>
                    <a:pt x="2692727" y="426463"/>
                  </a:lnTo>
                  <a:lnTo>
                    <a:pt x="2716591" y="488898"/>
                  </a:lnTo>
                  <a:lnTo>
                    <a:pt x="2725348" y="552093"/>
                  </a:lnTo>
                  <a:lnTo>
                    <a:pt x="2724045" y="583770"/>
                  </a:lnTo>
                  <a:lnTo>
                    <a:pt x="2710045" y="646869"/>
                  </a:lnTo>
                  <a:lnTo>
                    <a:pt x="2680807" y="709081"/>
                  </a:lnTo>
                  <a:lnTo>
                    <a:pt x="2636282" y="769747"/>
                  </a:lnTo>
                  <a:lnTo>
                    <a:pt x="2608270" y="799294"/>
                  </a:lnTo>
                  <a:lnTo>
                    <a:pt x="2576417" y="828208"/>
                  </a:lnTo>
                  <a:lnTo>
                    <a:pt x="2540715" y="856406"/>
                  </a:lnTo>
                  <a:lnTo>
                    <a:pt x="2501160" y="883806"/>
                  </a:lnTo>
                  <a:lnTo>
                    <a:pt x="2457743" y="910325"/>
                  </a:lnTo>
                  <a:lnTo>
                    <a:pt x="2410459" y="935881"/>
                  </a:lnTo>
                  <a:lnTo>
                    <a:pt x="2371950" y="954586"/>
                  </a:lnTo>
                  <a:lnTo>
                    <a:pt x="2331916" y="972303"/>
                  </a:lnTo>
                  <a:lnTo>
                    <a:pt x="2290438" y="989022"/>
                  </a:lnTo>
                  <a:lnTo>
                    <a:pt x="2247599" y="1004734"/>
                  </a:lnTo>
                  <a:lnTo>
                    <a:pt x="2203480" y="1019430"/>
                  </a:lnTo>
                  <a:lnTo>
                    <a:pt x="2158163" y="1033102"/>
                  </a:lnTo>
                  <a:lnTo>
                    <a:pt x="2111732" y="1045740"/>
                  </a:lnTo>
                  <a:lnTo>
                    <a:pt x="2064266" y="1057334"/>
                  </a:lnTo>
                  <a:lnTo>
                    <a:pt x="2015849" y="1067877"/>
                  </a:lnTo>
                  <a:lnTo>
                    <a:pt x="1966563" y="1077358"/>
                  </a:lnTo>
                  <a:lnTo>
                    <a:pt x="1916489" y="1085770"/>
                  </a:lnTo>
                  <a:lnTo>
                    <a:pt x="1865709" y="1093102"/>
                  </a:lnTo>
                  <a:lnTo>
                    <a:pt x="1814306" y="1099346"/>
                  </a:lnTo>
                  <a:lnTo>
                    <a:pt x="1762361" y="1104492"/>
                  </a:lnTo>
                  <a:lnTo>
                    <a:pt x="1709956" y="1108532"/>
                  </a:lnTo>
                  <a:lnTo>
                    <a:pt x="1657174" y="1111457"/>
                  </a:lnTo>
                  <a:lnTo>
                    <a:pt x="1604096" y="1113257"/>
                  </a:lnTo>
                  <a:lnTo>
                    <a:pt x="1550804" y="1113924"/>
                  </a:lnTo>
                  <a:lnTo>
                    <a:pt x="1497381" y="1113447"/>
                  </a:lnTo>
                  <a:lnTo>
                    <a:pt x="1443908" y="1111820"/>
                  </a:lnTo>
                  <a:lnTo>
                    <a:pt x="1390467" y="1109031"/>
                  </a:lnTo>
                  <a:lnTo>
                    <a:pt x="1337141" y="1105072"/>
                  </a:lnTo>
                  <a:lnTo>
                    <a:pt x="1284010" y="1099935"/>
                  </a:lnTo>
                  <a:lnTo>
                    <a:pt x="1231158" y="1093610"/>
                  </a:lnTo>
                  <a:lnTo>
                    <a:pt x="1178666" y="1086087"/>
                  </a:lnTo>
                  <a:lnTo>
                    <a:pt x="1126617" y="1077359"/>
                  </a:lnTo>
                  <a:lnTo>
                    <a:pt x="0" y="1732171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5" name="Google Shape;455;p23"/>
          <p:cNvSpPr txBox="1"/>
          <p:nvPr/>
        </p:nvSpPr>
        <p:spPr>
          <a:xfrm>
            <a:off x="6355207" y="2692400"/>
            <a:ext cx="1364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287655" lvl="0" marL="12700" marR="5080" rtl="0" algn="l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Styling Background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451" y="6129377"/>
            <a:ext cx="406908" cy="393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"/>
          <p:cNvSpPr txBox="1"/>
          <p:nvPr>
            <p:ph type="title"/>
          </p:nvPr>
        </p:nvSpPr>
        <p:spPr>
          <a:xfrm>
            <a:off x="857199" y="-1701"/>
            <a:ext cx="7374900" cy="13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7225">
            <a:spAutoFit/>
          </a:bodyPr>
          <a:lstStyle/>
          <a:p>
            <a:pPr indent="0" lvl="0" marL="1626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  <p:pic>
        <p:nvPicPr>
          <p:cNvPr id="462" name="Google Shape;4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42872"/>
            <a:ext cx="8072628" cy="4500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1728" y="6228731"/>
            <a:ext cx="1330172" cy="419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2025-10-27T10:50:43Z</dcterms:created>
  <dc:creator>DELL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2025-10-27T00:00:00Z</vt:filetime>
  </property>
  <property fmtid="{D5CDD505-2E9C-101B-9397-08002B2CF9AE}" pid="5" name="Producer">
    <vt:lpwstr>Microsoft® PowerPoint® 2019</vt:lpwstr>
  </property>
</Properties>
</file>