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12192000"/>
  <p:notesSz cx="12192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28" roundtripDataSignature="AMtx7mg5lPuAH2qj+Hqoa0aj8dxCuMdH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customschemas.google.com/relationships/presentationmetadata" Target="meta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4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4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4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8327" y="6068853"/>
            <a:ext cx="1345101" cy="423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16760" y="327690"/>
            <a:ext cx="7977978" cy="637482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5"/>
          <p:cNvSpPr txBox="1"/>
          <p:nvPr>
            <p:ph type="title"/>
          </p:nvPr>
        </p:nvSpPr>
        <p:spPr>
          <a:xfrm>
            <a:off x="2686050" y="113233"/>
            <a:ext cx="6779767" cy="1122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400">
                <a:solidFill>
                  <a:srgbClr val="001F5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5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5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5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5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>
  <p:cSld name="Title and Content"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8371" y="6178581"/>
            <a:ext cx="1345101" cy="423552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26"/>
          <p:cNvSpPr txBox="1"/>
          <p:nvPr>
            <p:ph type="title"/>
          </p:nvPr>
        </p:nvSpPr>
        <p:spPr>
          <a:xfrm>
            <a:off x="2686050" y="113233"/>
            <a:ext cx="6779767" cy="1122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400">
                <a:solidFill>
                  <a:srgbClr val="001F5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6"/>
          <p:cNvSpPr txBox="1"/>
          <p:nvPr>
            <p:ph idx="1" type="body"/>
          </p:nvPr>
        </p:nvSpPr>
        <p:spPr>
          <a:xfrm>
            <a:off x="4634610" y="2106625"/>
            <a:ext cx="7136765" cy="2770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6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6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7"/>
          <p:cNvSpPr txBox="1"/>
          <p:nvPr>
            <p:ph type="title"/>
          </p:nvPr>
        </p:nvSpPr>
        <p:spPr>
          <a:xfrm>
            <a:off x="2686050" y="113233"/>
            <a:ext cx="6779767" cy="1122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400">
                <a:solidFill>
                  <a:srgbClr val="001F5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7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7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8"/>
          <p:cNvSpPr txBox="1"/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400">
                <a:solidFill>
                  <a:srgbClr val="001F5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8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8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8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8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/>
          <p:nvPr>
            <p:ph type="title"/>
          </p:nvPr>
        </p:nvSpPr>
        <p:spPr>
          <a:xfrm>
            <a:off x="2686050" y="113233"/>
            <a:ext cx="6779767" cy="1122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400" u="none" cap="none" strike="noStrike">
                <a:solidFill>
                  <a:srgbClr val="001F5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3"/>
          <p:cNvSpPr txBox="1"/>
          <p:nvPr>
            <p:ph idx="1" type="body"/>
          </p:nvPr>
        </p:nvSpPr>
        <p:spPr>
          <a:xfrm>
            <a:off x="4634610" y="2106625"/>
            <a:ext cx="7136765" cy="2770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3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23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23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8.jp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jpg"/><Relationship Id="rId5" Type="http://schemas.openxmlformats.org/officeDocument/2006/relationships/image" Target="../media/image12.jpg"/><Relationship Id="rId6" Type="http://schemas.openxmlformats.org/officeDocument/2006/relationships/image" Target="../media/image18.png"/><Relationship Id="rId7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15.png"/><Relationship Id="rId6" Type="http://schemas.openxmlformats.org/officeDocument/2006/relationships/image" Target="../media/image29.png"/><Relationship Id="rId7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5.jpg"/><Relationship Id="rId5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Relationship Id="rId4" Type="http://schemas.openxmlformats.org/officeDocument/2006/relationships/image" Target="../media/image1.png"/><Relationship Id="rId5" Type="http://schemas.openxmlformats.org/officeDocument/2006/relationships/hyperlink" Target="http://www.google.co.in/images/jobimage" TargetMode="External"/><Relationship Id="rId6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5.jpg"/><Relationship Id="rId5" Type="http://schemas.openxmlformats.org/officeDocument/2006/relationships/image" Target="../media/image19.jpg"/><Relationship Id="rId6" Type="http://schemas.openxmlformats.org/officeDocument/2006/relationships/image" Target="../media/image16.png"/><Relationship Id="rId7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5" Type="http://schemas.openxmlformats.org/officeDocument/2006/relationships/image" Target="../media/image20.png"/><Relationship Id="rId6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Relationship Id="rId4" Type="http://schemas.openxmlformats.org/officeDocument/2006/relationships/image" Target="../media/image30.png"/><Relationship Id="rId5" Type="http://schemas.openxmlformats.org/officeDocument/2006/relationships/image" Target="../media/image42.jpg"/><Relationship Id="rId6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35.jpg"/><Relationship Id="rId5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jpg"/><Relationship Id="rId4" Type="http://schemas.openxmlformats.org/officeDocument/2006/relationships/image" Target="../media/image31.jpg"/><Relationship Id="rId5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jpg"/><Relationship Id="rId4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Relationship Id="rId4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Relationship Id="rId4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3.jpg"/><Relationship Id="rId4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1" Type="http://schemas.openxmlformats.org/officeDocument/2006/relationships/image" Target="../media/image38.png"/><Relationship Id="rId10" Type="http://schemas.openxmlformats.org/officeDocument/2006/relationships/image" Target="../media/image24.png"/><Relationship Id="rId13" Type="http://schemas.openxmlformats.org/officeDocument/2006/relationships/image" Target="../media/image41.png"/><Relationship Id="rId12" Type="http://schemas.openxmlformats.org/officeDocument/2006/relationships/image" Target="../media/image36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46.png"/><Relationship Id="rId9" Type="http://schemas.openxmlformats.org/officeDocument/2006/relationships/image" Target="../media/image39.png"/><Relationship Id="rId15" Type="http://schemas.openxmlformats.org/officeDocument/2006/relationships/image" Target="../media/image45.jpg"/><Relationship Id="rId14" Type="http://schemas.openxmlformats.org/officeDocument/2006/relationships/image" Target="../media/image47.png"/><Relationship Id="rId16" Type="http://schemas.openxmlformats.org/officeDocument/2006/relationships/image" Target="../media/image16.png"/><Relationship Id="rId5" Type="http://schemas.openxmlformats.org/officeDocument/2006/relationships/image" Target="../media/image28.png"/><Relationship Id="rId6" Type="http://schemas.openxmlformats.org/officeDocument/2006/relationships/image" Target="../media/image32.png"/><Relationship Id="rId7" Type="http://schemas.openxmlformats.org/officeDocument/2006/relationships/image" Target="../media/image27.png"/><Relationship Id="rId8" Type="http://schemas.openxmlformats.org/officeDocument/2006/relationships/image" Target="../media/image4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44.jpg"/><Relationship Id="rId5" Type="http://schemas.openxmlformats.org/officeDocument/2006/relationships/image" Target="../media/image40.jpg"/><Relationship Id="rId6" Type="http://schemas.openxmlformats.org/officeDocument/2006/relationships/image" Target="../media/image37.png"/><Relationship Id="rId7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8.jpg"/><Relationship Id="rId4" Type="http://schemas.openxmlformats.org/officeDocument/2006/relationships/image" Target="../media/image1.png"/><Relationship Id="rId5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60116" y="2563906"/>
            <a:ext cx="1717678" cy="675253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1"/>
          <p:cNvSpPr txBox="1"/>
          <p:nvPr/>
        </p:nvSpPr>
        <p:spPr>
          <a:xfrm>
            <a:off x="7524368" y="2339162"/>
            <a:ext cx="1764664" cy="1031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600">
                <a:solidFill>
                  <a:srgbClr val="001F5F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endParaRPr sz="6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" name="Google Shape;4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1748" y="621791"/>
            <a:ext cx="5274461" cy="5276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8327" y="6068853"/>
            <a:ext cx="1345101" cy="423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806428" y="6013740"/>
            <a:ext cx="193548" cy="1889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"/>
          <p:cNvSpPr txBox="1"/>
          <p:nvPr/>
        </p:nvSpPr>
        <p:spPr>
          <a:xfrm>
            <a:off x="5739129" y="912622"/>
            <a:ext cx="152082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rgbClr val="001F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Styling List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2"/>
          <p:cNvSpPr txBox="1"/>
          <p:nvPr/>
        </p:nvSpPr>
        <p:spPr>
          <a:xfrm>
            <a:off x="8269350" y="1009022"/>
            <a:ext cx="18921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rgbClr val="001F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Hyper Link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2"/>
          <p:cNvSpPr txBox="1"/>
          <p:nvPr/>
        </p:nvSpPr>
        <p:spPr>
          <a:xfrm>
            <a:off x="4661149" y="3002287"/>
            <a:ext cx="14559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rgbClr val="001F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Images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10306956" y="2607050"/>
            <a:ext cx="11163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rgbClr val="001F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4342255" y="5082900"/>
            <a:ext cx="14559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rgbClr val="001F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Border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9820801" y="4572000"/>
            <a:ext cx="23712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rgbClr val="001F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Box Model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2"/>
          <p:cNvSpPr txBox="1"/>
          <p:nvPr>
            <p:ph type="title"/>
          </p:nvPr>
        </p:nvSpPr>
        <p:spPr>
          <a:xfrm>
            <a:off x="1301241" y="666115"/>
            <a:ext cx="3041015" cy="84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Contents</a:t>
            </a:r>
            <a:endParaRPr/>
          </a:p>
        </p:txBody>
      </p:sp>
      <p:pic>
        <p:nvPicPr>
          <p:cNvPr id="62" name="Google Shape;6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26240" y="6156959"/>
            <a:ext cx="164592" cy="163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39" y="249624"/>
            <a:ext cx="256032" cy="248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 txBox="1"/>
          <p:nvPr>
            <p:ph type="title"/>
          </p:nvPr>
        </p:nvSpPr>
        <p:spPr>
          <a:xfrm>
            <a:off x="2686050" y="113233"/>
            <a:ext cx="6779767" cy="1122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3800">
            <a:spAutoFit/>
          </a:bodyPr>
          <a:lstStyle/>
          <a:p>
            <a:pPr indent="0" lvl="0" marL="11499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Styling List</a:t>
            </a:r>
            <a:endParaRPr/>
          </a:p>
        </p:txBody>
      </p:sp>
      <p:pic>
        <p:nvPicPr>
          <p:cNvPr id="69" name="Google Shape;6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371" y="6225873"/>
            <a:ext cx="1345101" cy="424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33600" y="1290827"/>
            <a:ext cx="7449311" cy="492099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"/>
          <p:cNvSpPr txBox="1"/>
          <p:nvPr/>
        </p:nvSpPr>
        <p:spPr>
          <a:xfrm>
            <a:off x="2688463" y="1799056"/>
            <a:ext cx="5589905" cy="3683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87019" lvl="0" marL="299085" marR="2095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HTML has mainly 2 types of lists, they are ordered list and unordered list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87019" lvl="0" marL="299085" marR="5080" rtl="0" algn="l">
              <a:lnSpc>
                <a:spcPct val="180000"/>
              </a:lnSpc>
              <a:spcBef>
                <a:spcPts val="32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Ordered list lists the items with numbers or letters.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86385" lvl="0" marL="299085" rtl="0" algn="l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Ordered list syntax : &lt;ol&gt; &lt;/ol&gt;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87019" lvl="0" marL="299085" marR="429259" rtl="0" algn="l">
              <a:lnSpc>
                <a:spcPct val="180000"/>
              </a:lnSpc>
              <a:spcBef>
                <a:spcPts val="32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Unordered list lists the items with bullet points.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86385" lvl="0" marL="299085" rtl="0" algn="l">
              <a:lnSpc>
                <a:spcPct val="100000"/>
              </a:lnSpc>
              <a:spcBef>
                <a:spcPts val="885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Unordered list syntax: &lt;ul&gt; &lt;/ul&gt;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83546" y="1636776"/>
            <a:ext cx="1568957" cy="4920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0032" y="4444468"/>
            <a:ext cx="1231070" cy="1228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603735" y="5823238"/>
            <a:ext cx="269748" cy="2636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/>
          <p:cNvSpPr txBox="1"/>
          <p:nvPr>
            <p:ph type="title"/>
          </p:nvPr>
        </p:nvSpPr>
        <p:spPr>
          <a:xfrm>
            <a:off x="2686050" y="113233"/>
            <a:ext cx="6779767" cy="1122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3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List-style-shorthand</a:t>
            </a:r>
            <a:endParaRPr/>
          </a:p>
        </p:txBody>
      </p:sp>
      <p:pic>
        <p:nvPicPr>
          <p:cNvPr id="80" name="Google Shape;8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1474" y="1819897"/>
            <a:ext cx="789863" cy="7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4"/>
          <p:cNvSpPr txBox="1"/>
          <p:nvPr/>
        </p:nvSpPr>
        <p:spPr>
          <a:xfrm>
            <a:off x="3260852" y="2019046"/>
            <a:ext cx="8169909" cy="3580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666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Sets all the list properties in one declaration.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2005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26669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List-style-type, list-style-position, list-style-image are the properties that it sets.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2666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Syntax: list-style: &lt;list-style-type&gt; &lt;list-style-position&gt; &lt;list-style-image&gt;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2666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inherit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Example: ul {list-style: none;} sets all unordered lists to not display a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list-item maker. The default value is disc or outside or none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" name="Google Shape;8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08057" y="2720775"/>
            <a:ext cx="756697" cy="7108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" name="Google Shape;83;p4"/>
          <p:cNvGrpSpPr/>
          <p:nvPr/>
        </p:nvGrpSpPr>
        <p:grpSpPr>
          <a:xfrm>
            <a:off x="2002535" y="3831508"/>
            <a:ext cx="1144524" cy="1949024"/>
            <a:chOff x="2002535" y="3831508"/>
            <a:chExt cx="1144524" cy="1949024"/>
          </a:xfrm>
        </p:grpSpPr>
        <p:pic>
          <p:nvPicPr>
            <p:cNvPr id="84" name="Google Shape;84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155697" y="3831508"/>
              <a:ext cx="817124" cy="8103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" name="Google Shape;85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002535" y="4636008"/>
              <a:ext cx="1144524" cy="114452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6" name="Google Shape;86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39" y="100687"/>
            <a:ext cx="406908" cy="397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/>
          <p:cNvSpPr txBox="1"/>
          <p:nvPr>
            <p:ph type="title"/>
          </p:nvPr>
        </p:nvSpPr>
        <p:spPr>
          <a:xfrm>
            <a:off x="2686050" y="113233"/>
            <a:ext cx="6779767" cy="1122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7969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List Style Type</a:t>
            </a:r>
            <a:endParaRPr/>
          </a:p>
        </p:txBody>
      </p:sp>
      <p:pic>
        <p:nvPicPr>
          <p:cNvPr id="92" name="Google Shape;9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1700" y="1165860"/>
            <a:ext cx="9253728" cy="536448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5"/>
          <p:cNvSpPr txBox="1"/>
          <p:nvPr/>
        </p:nvSpPr>
        <p:spPr>
          <a:xfrm>
            <a:off x="2918586" y="1720342"/>
            <a:ext cx="707263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86385" lvl="0" marL="2990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1" lang="en-IN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list-style-type property specifies the type of list item marker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 txBox="1"/>
          <p:nvPr/>
        </p:nvSpPr>
        <p:spPr>
          <a:xfrm>
            <a:off x="2918586" y="2300681"/>
            <a:ext cx="3630929" cy="3318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&lt;style&gt;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ul.a {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174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list-style-type: circle;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ul.b {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174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list-style-type: square;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&lt;/style&gt;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&lt;/head&gt;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&lt;body&gt;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&lt;h2&gt;The list-style-type Property&lt;/h2&gt;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&lt;p&gt;Example of unordered lists:&lt;/p&gt;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 txBox="1"/>
          <p:nvPr/>
        </p:nvSpPr>
        <p:spPr>
          <a:xfrm>
            <a:off x="7720076" y="2360116"/>
            <a:ext cx="2271140" cy="1397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&lt;ul class="a"&gt;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1747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&lt;li&gt;Tour&lt;/li&gt;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174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&lt;li&gt;Destination&lt;/li&gt;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174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&lt;li&gt;Participants&lt;/li&gt;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&lt;/ul&gt;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 txBox="1"/>
          <p:nvPr/>
        </p:nvSpPr>
        <p:spPr>
          <a:xfrm>
            <a:off x="7720076" y="4006418"/>
            <a:ext cx="2871724" cy="16725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&lt;ul class="b"&gt;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1747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&lt;li&gt;Tour&lt;/li&gt;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174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&lt;li&gt;Destination&lt;/li&gt;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174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&lt;li&gt;Participants&lt;/li&gt;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&lt;/ul&gt;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&lt;/body&gt;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25656" y="6064467"/>
            <a:ext cx="147827" cy="1443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371" y="6178581"/>
            <a:ext cx="1345101" cy="42355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6"/>
          <p:cNvSpPr txBox="1"/>
          <p:nvPr>
            <p:ph type="title"/>
          </p:nvPr>
        </p:nvSpPr>
        <p:spPr>
          <a:xfrm>
            <a:off x="2686050" y="113233"/>
            <a:ext cx="6779767" cy="1122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90372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Example</a:t>
            </a:r>
            <a:endParaRPr/>
          </a:p>
        </p:txBody>
      </p:sp>
      <p:pic>
        <p:nvPicPr>
          <p:cNvPr id="104" name="Google Shape;10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39" y="274943"/>
            <a:ext cx="228600" cy="22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19760" y="1197736"/>
            <a:ext cx="7512345" cy="4848225"/>
          </a:xfrm>
          <a:prstGeom prst="rect">
            <a:avLst/>
          </a:prstGeom>
          <a:solidFill>
            <a:srgbClr val="ECECEC"/>
          </a:solidFill>
          <a:ln cap="rnd" cmpd="sng" w="1905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algn="tl">
              <a:srgbClr val="000000">
                <a:alpha val="40784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"/>
          <p:cNvSpPr txBox="1"/>
          <p:nvPr>
            <p:ph type="title"/>
          </p:nvPr>
        </p:nvSpPr>
        <p:spPr>
          <a:xfrm>
            <a:off x="2686050" y="113233"/>
            <a:ext cx="6779767" cy="1122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75">
            <a:spAutoFit/>
          </a:bodyPr>
          <a:lstStyle/>
          <a:p>
            <a:pPr indent="0" lvl="0" marL="8832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List Style Position</a:t>
            </a:r>
            <a:endParaRPr/>
          </a:p>
        </p:txBody>
      </p:sp>
      <p:pic>
        <p:nvPicPr>
          <p:cNvPr id="111" name="Google Shape;11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371" y="6178581"/>
            <a:ext cx="1345101" cy="423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20467" y="1205483"/>
            <a:ext cx="9252204" cy="536448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7"/>
          <p:cNvSpPr txBox="1"/>
          <p:nvPr/>
        </p:nvSpPr>
        <p:spPr>
          <a:xfrm>
            <a:off x="2754883" y="1338808"/>
            <a:ext cx="7663815" cy="5055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1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List-style-position property specifies the position of the list item markers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689165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&lt;style&gt; ul.a {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584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list-style-position: outside;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6744334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6774815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&lt;/style&gt;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205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&lt;ul class="a"&gt;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&lt;li&gt;Tour Details&lt;/li&gt;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&lt;li&gt;Package &lt;/li&gt;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&lt;li&gt;Tour Booking&lt;/li&gt;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&lt;/ul&gt;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39" y="100687"/>
            <a:ext cx="406908" cy="397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/>
          <p:nvPr>
            <p:ph type="title"/>
          </p:nvPr>
        </p:nvSpPr>
        <p:spPr>
          <a:xfrm>
            <a:off x="2686050" y="113233"/>
            <a:ext cx="6779767" cy="1122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7969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List Style Images</a:t>
            </a:r>
            <a:endParaRPr/>
          </a:p>
        </p:txBody>
      </p:sp>
      <p:pic>
        <p:nvPicPr>
          <p:cNvPr id="120" name="Google Shape;12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1223772"/>
            <a:ext cx="9253728" cy="5364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8371" y="6225873"/>
            <a:ext cx="1345101" cy="424993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8"/>
          <p:cNvSpPr txBox="1"/>
          <p:nvPr/>
        </p:nvSpPr>
        <p:spPr>
          <a:xfrm>
            <a:off x="2548508" y="1614271"/>
            <a:ext cx="8363584" cy="3683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100">
            <a:spAutoFit/>
          </a:bodyPr>
          <a:lstStyle/>
          <a:p>
            <a:pPr indent="-286385" lvl="0" marL="2990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Specifies image as the list item indication.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86385" lvl="0" marL="299085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Initial value is none, syntax: list-style-image: none;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86385" lvl="0" marL="299085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Applicable to all the list items.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86385" lvl="0" marL="299085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Example: &lt;ul&gt;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18415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&lt;li&gt; Destination 1 &lt;/li&gt;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18415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&lt;li&gt; Destination  2 &lt;/li&gt;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1434465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&lt;/ul&gt;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205"/>
              </a:spcBef>
              <a:spcAft>
                <a:spcPts val="0"/>
              </a:spcAft>
              <a:buNone/>
            </a:pPr>
            <a:r>
              <a:rPr lang="en-I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ul { list-style-image: url(“</a:t>
            </a:r>
            <a:r>
              <a:rPr lang="en-IN" sz="2000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http://www.google.co.in/images/jobimage</a:t>
            </a:r>
            <a:r>
              <a:rPr lang="en-I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”)}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39" y="100687"/>
            <a:ext cx="406908" cy="397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371" y="6225873"/>
            <a:ext cx="1345101" cy="424993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9"/>
          <p:cNvSpPr txBox="1"/>
          <p:nvPr>
            <p:ph type="title"/>
          </p:nvPr>
        </p:nvSpPr>
        <p:spPr>
          <a:xfrm>
            <a:off x="2686050" y="113233"/>
            <a:ext cx="6779767" cy="1122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90372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Example</a:t>
            </a:r>
            <a:endParaRPr/>
          </a:p>
        </p:txBody>
      </p:sp>
      <p:pic>
        <p:nvPicPr>
          <p:cNvPr id="130" name="Google Shape;13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39" y="100687"/>
            <a:ext cx="406908" cy="397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9"/>
          <p:cNvPicPr preferRelativeResize="0"/>
          <p:nvPr/>
        </p:nvPicPr>
        <p:blipFill rotWithShape="1">
          <a:blip r:embed="rId5">
            <a:alphaModFix/>
          </a:blip>
          <a:srcRect b="0" l="-10326" r="0" t="0"/>
          <a:stretch/>
        </p:blipFill>
        <p:spPr>
          <a:xfrm>
            <a:off x="1634801" y="1425275"/>
            <a:ext cx="8479749" cy="4800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"/>
          <p:cNvSpPr txBox="1"/>
          <p:nvPr>
            <p:ph type="title"/>
          </p:nvPr>
        </p:nvSpPr>
        <p:spPr>
          <a:xfrm>
            <a:off x="4274311" y="145745"/>
            <a:ext cx="3579495" cy="848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Hyperlinks</a:t>
            </a:r>
            <a:endParaRPr/>
          </a:p>
        </p:txBody>
      </p:sp>
      <p:pic>
        <p:nvPicPr>
          <p:cNvPr id="137" name="Google Shape;13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371" y="6178581"/>
            <a:ext cx="1345101" cy="42355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0"/>
          <p:cNvSpPr txBox="1"/>
          <p:nvPr/>
        </p:nvSpPr>
        <p:spPr>
          <a:xfrm>
            <a:off x="1020572" y="1189989"/>
            <a:ext cx="10022205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Links can be styled with any css property (e.g. color, background, font-family etc.)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9548" y="1885188"/>
            <a:ext cx="8310372" cy="4550664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0"/>
          <p:cNvSpPr txBox="1"/>
          <p:nvPr/>
        </p:nvSpPr>
        <p:spPr>
          <a:xfrm>
            <a:off x="2999613" y="2670307"/>
            <a:ext cx="908685" cy="1488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a: link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a: visited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8419" rtl="0" algn="l">
              <a:lnSpc>
                <a:spcPct val="15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a: hover a: active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0"/>
          <p:cNvSpPr txBox="1"/>
          <p:nvPr/>
        </p:nvSpPr>
        <p:spPr>
          <a:xfrm>
            <a:off x="4066413" y="2182369"/>
            <a:ext cx="4462780" cy="2421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2225">
            <a:spAutoFit/>
          </a:bodyPr>
          <a:lstStyle/>
          <a:p>
            <a:pPr indent="0" lvl="0" marL="162623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four link states are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19379" lvl="0" marL="132080" rtl="0" algn="l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-"/>
            </a:pPr>
            <a:r>
              <a:rPr lang="en-I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normal, unvisited link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18745" lvl="0" marL="1524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-"/>
            </a:pPr>
            <a:r>
              <a:rPr lang="en-I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link, the user has visited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19379" lvl="0" marL="132080" rtl="0" algn="l">
              <a:lnSpc>
                <a:spcPct val="100000"/>
              </a:lnSpc>
              <a:spcBef>
                <a:spcPts val="965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-"/>
            </a:pPr>
            <a:r>
              <a:rPr lang="en-I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link when the user mouse over it.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19379" lvl="0" marL="13208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-"/>
            </a:pPr>
            <a:r>
              <a:rPr lang="en-I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link when the moment is clicked.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1623695" rtl="0" algn="ctr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Properties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0"/>
          <p:cNvSpPr txBox="1"/>
          <p:nvPr/>
        </p:nvSpPr>
        <p:spPr>
          <a:xfrm>
            <a:off x="2999613" y="4589757"/>
            <a:ext cx="7225665" cy="1489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52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Color : The color property controls the link's text color in all its states: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Text-decoration	: Mostly used to remove underlines from links. Background-color : It can be used to specify a background color for links. Using these properties and link states to make link buttons in css.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5048" y="2905977"/>
            <a:ext cx="1551432" cy="30269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39" y="100687"/>
            <a:ext cx="406908" cy="397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231880" y="4845013"/>
            <a:ext cx="137159" cy="133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5759" y="5516299"/>
            <a:ext cx="167640" cy="1636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"/>
          <p:cNvSpPr txBox="1"/>
          <p:nvPr>
            <p:ph type="title"/>
          </p:nvPr>
        </p:nvSpPr>
        <p:spPr>
          <a:xfrm>
            <a:off x="2686050" y="113233"/>
            <a:ext cx="6779767" cy="1122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90372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Example</a:t>
            </a:r>
            <a:endParaRPr/>
          </a:p>
        </p:txBody>
      </p:sp>
      <p:sp>
        <p:nvSpPr>
          <p:cNvPr id="152" name="Google Shape;152;p11"/>
          <p:cNvSpPr/>
          <p:nvPr/>
        </p:nvSpPr>
        <p:spPr>
          <a:xfrm>
            <a:off x="722376" y="1319783"/>
            <a:ext cx="5907405" cy="4599940"/>
          </a:xfrm>
          <a:custGeom>
            <a:rect b="b" l="l" r="r" t="t"/>
            <a:pathLst>
              <a:path extrusionOk="0" h="4599940" w="5907405">
                <a:moveTo>
                  <a:pt x="5734304" y="0"/>
                </a:moveTo>
                <a:lnTo>
                  <a:pt x="172656" y="0"/>
                </a:lnTo>
                <a:lnTo>
                  <a:pt x="126776" y="6768"/>
                </a:lnTo>
                <a:lnTo>
                  <a:pt x="85537" y="25865"/>
                </a:lnTo>
                <a:lnTo>
                  <a:pt x="50590" y="55483"/>
                </a:lnTo>
                <a:lnTo>
                  <a:pt x="23584" y="93810"/>
                </a:lnTo>
                <a:lnTo>
                  <a:pt x="6171" y="139038"/>
                </a:lnTo>
                <a:lnTo>
                  <a:pt x="0" y="189356"/>
                </a:lnTo>
                <a:lnTo>
                  <a:pt x="0" y="4599432"/>
                </a:lnTo>
                <a:lnTo>
                  <a:pt x="5907024" y="4599432"/>
                </a:lnTo>
                <a:lnTo>
                  <a:pt x="5907024" y="4517237"/>
                </a:lnTo>
                <a:lnTo>
                  <a:pt x="74929" y="4517237"/>
                </a:lnTo>
                <a:lnTo>
                  <a:pt x="74929" y="334517"/>
                </a:lnTo>
                <a:lnTo>
                  <a:pt x="5907024" y="334517"/>
                </a:lnTo>
                <a:lnTo>
                  <a:pt x="5907024" y="249174"/>
                </a:lnTo>
                <a:lnTo>
                  <a:pt x="304228" y="249174"/>
                </a:lnTo>
                <a:lnTo>
                  <a:pt x="275036" y="242728"/>
                </a:lnTo>
                <a:lnTo>
                  <a:pt x="251217" y="225139"/>
                </a:lnTo>
                <a:lnTo>
                  <a:pt x="235168" y="199024"/>
                </a:lnTo>
                <a:lnTo>
                  <a:pt x="229285" y="167004"/>
                </a:lnTo>
                <a:lnTo>
                  <a:pt x="235168" y="135205"/>
                </a:lnTo>
                <a:lnTo>
                  <a:pt x="251217" y="109204"/>
                </a:lnTo>
                <a:lnTo>
                  <a:pt x="275036" y="91656"/>
                </a:lnTo>
                <a:lnTo>
                  <a:pt x="304228" y="85216"/>
                </a:lnTo>
                <a:lnTo>
                  <a:pt x="5877383" y="85216"/>
                </a:lnTo>
                <a:lnTo>
                  <a:pt x="5856430" y="55483"/>
                </a:lnTo>
                <a:lnTo>
                  <a:pt x="5821473" y="25865"/>
                </a:lnTo>
                <a:lnTo>
                  <a:pt x="5780215" y="6768"/>
                </a:lnTo>
                <a:lnTo>
                  <a:pt x="5734304" y="0"/>
                </a:lnTo>
                <a:close/>
              </a:path>
              <a:path extrusionOk="0" h="4599940" w="5907405">
                <a:moveTo>
                  <a:pt x="5907024" y="334517"/>
                </a:moveTo>
                <a:lnTo>
                  <a:pt x="5832094" y="334517"/>
                </a:lnTo>
                <a:lnTo>
                  <a:pt x="5832094" y="4517237"/>
                </a:lnTo>
                <a:lnTo>
                  <a:pt x="5907024" y="4517237"/>
                </a:lnTo>
                <a:lnTo>
                  <a:pt x="5907024" y="334517"/>
                </a:lnTo>
                <a:close/>
              </a:path>
              <a:path extrusionOk="0" h="4599940" w="5907405">
                <a:moveTo>
                  <a:pt x="548386" y="85216"/>
                </a:moveTo>
                <a:lnTo>
                  <a:pt x="304228" y="85216"/>
                </a:lnTo>
                <a:lnTo>
                  <a:pt x="333215" y="91656"/>
                </a:lnTo>
                <a:lnTo>
                  <a:pt x="356928" y="109204"/>
                </a:lnTo>
                <a:lnTo>
                  <a:pt x="372938" y="135205"/>
                </a:lnTo>
                <a:lnTo>
                  <a:pt x="378815" y="167004"/>
                </a:lnTo>
                <a:lnTo>
                  <a:pt x="372938" y="199024"/>
                </a:lnTo>
                <a:lnTo>
                  <a:pt x="356928" y="225139"/>
                </a:lnTo>
                <a:lnTo>
                  <a:pt x="333215" y="242728"/>
                </a:lnTo>
                <a:lnTo>
                  <a:pt x="304228" y="249174"/>
                </a:lnTo>
                <a:lnTo>
                  <a:pt x="548386" y="249174"/>
                </a:lnTo>
                <a:lnTo>
                  <a:pt x="519186" y="242728"/>
                </a:lnTo>
                <a:lnTo>
                  <a:pt x="495363" y="225139"/>
                </a:lnTo>
                <a:lnTo>
                  <a:pt x="479313" y="199024"/>
                </a:lnTo>
                <a:lnTo>
                  <a:pt x="473430" y="167004"/>
                </a:lnTo>
                <a:lnTo>
                  <a:pt x="479313" y="135205"/>
                </a:lnTo>
                <a:lnTo>
                  <a:pt x="495363" y="109204"/>
                </a:lnTo>
                <a:lnTo>
                  <a:pt x="519186" y="91656"/>
                </a:lnTo>
                <a:lnTo>
                  <a:pt x="548386" y="85216"/>
                </a:lnTo>
                <a:close/>
              </a:path>
              <a:path extrusionOk="0" h="4599940" w="5907405">
                <a:moveTo>
                  <a:pt x="792480" y="85216"/>
                </a:moveTo>
                <a:lnTo>
                  <a:pt x="548386" y="85216"/>
                </a:lnTo>
                <a:lnTo>
                  <a:pt x="577340" y="91656"/>
                </a:lnTo>
                <a:lnTo>
                  <a:pt x="601043" y="109204"/>
                </a:lnTo>
                <a:lnTo>
                  <a:pt x="617055" y="135205"/>
                </a:lnTo>
                <a:lnTo>
                  <a:pt x="622935" y="167004"/>
                </a:lnTo>
                <a:lnTo>
                  <a:pt x="617055" y="199024"/>
                </a:lnTo>
                <a:lnTo>
                  <a:pt x="601043" y="225139"/>
                </a:lnTo>
                <a:lnTo>
                  <a:pt x="577340" y="242728"/>
                </a:lnTo>
                <a:lnTo>
                  <a:pt x="548386" y="249174"/>
                </a:lnTo>
                <a:lnTo>
                  <a:pt x="792480" y="249174"/>
                </a:lnTo>
                <a:lnTo>
                  <a:pt x="763305" y="242728"/>
                </a:lnTo>
                <a:lnTo>
                  <a:pt x="739489" y="225139"/>
                </a:lnTo>
                <a:lnTo>
                  <a:pt x="723435" y="199024"/>
                </a:lnTo>
                <a:lnTo>
                  <a:pt x="717549" y="167004"/>
                </a:lnTo>
                <a:lnTo>
                  <a:pt x="723435" y="135205"/>
                </a:lnTo>
                <a:lnTo>
                  <a:pt x="739489" y="109204"/>
                </a:lnTo>
                <a:lnTo>
                  <a:pt x="763305" y="91656"/>
                </a:lnTo>
                <a:lnTo>
                  <a:pt x="792480" y="85216"/>
                </a:lnTo>
                <a:close/>
              </a:path>
              <a:path extrusionOk="0" h="4599940" w="5907405">
                <a:moveTo>
                  <a:pt x="5877383" y="85216"/>
                </a:moveTo>
                <a:lnTo>
                  <a:pt x="792480" y="85216"/>
                </a:lnTo>
                <a:lnTo>
                  <a:pt x="821507" y="91656"/>
                </a:lnTo>
                <a:lnTo>
                  <a:pt x="845248" y="109204"/>
                </a:lnTo>
                <a:lnTo>
                  <a:pt x="861274" y="135205"/>
                </a:lnTo>
                <a:lnTo>
                  <a:pt x="867156" y="167004"/>
                </a:lnTo>
                <a:lnTo>
                  <a:pt x="861274" y="199024"/>
                </a:lnTo>
                <a:lnTo>
                  <a:pt x="845248" y="225139"/>
                </a:lnTo>
                <a:lnTo>
                  <a:pt x="821507" y="242728"/>
                </a:lnTo>
                <a:lnTo>
                  <a:pt x="792480" y="249174"/>
                </a:lnTo>
                <a:lnTo>
                  <a:pt x="5907024" y="249174"/>
                </a:lnTo>
                <a:lnTo>
                  <a:pt x="5907024" y="189356"/>
                </a:lnTo>
                <a:lnTo>
                  <a:pt x="5900853" y="139038"/>
                </a:lnTo>
                <a:lnTo>
                  <a:pt x="5883439" y="93810"/>
                </a:lnTo>
                <a:lnTo>
                  <a:pt x="5877383" y="85216"/>
                </a:lnTo>
                <a:close/>
              </a:path>
            </a:pathLst>
          </a:custGeom>
          <a:solidFill>
            <a:srgbClr val="1B175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3" name="Google Shape;153;p11"/>
          <p:cNvSpPr txBox="1"/>
          <p:nvPr/>
        </p:nvSpPr>
        <p:spPr>
          <a:xfrm>
            <a:off x="837590" y="1625346"/>
            <a:ext cx="5426710" cy="4178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7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en-IN" sz="2700">
                <a:latin typeface="Arial"/>
                <a:ea typeface="Arial"/>
                <a:cs typeface="Arial"/>
                <a:sym typeface="Arial"/>
              </a:rPr>
              <a:t>align </a:t>
            </a:r>
            <a:r>
              <a:rPr b="1" lang="en-IN" sz="15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&lt;style&gt;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568960" marR="3360420" rtl="0" algn="l">
              <a:lnSpc>
                <a:spcPct val="12000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rPr b="1" lang="en-IN" sz="15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/* unvisited link */ a:link {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654050" rtl="0" algn="l">
              <a:lnSpc>
                <a:spcPct val="115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5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color: red;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5689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5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5689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5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/* visited link */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85725" lvl="0" marL="654050" marR="37661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5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a:visited { color: green;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5689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5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568960" marR="31521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5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/* mouse over link */ a:hover {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654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5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color: hotpink;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5689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5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5689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5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&lt;/style&gt;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5689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5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&lt;/head&gt;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5689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5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&lt;body&gt;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5689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5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&lt;p&gt;&lt;a href="default.asp" target="_blank“&gt;Text Link&lt;/a&gt;&lt;/p&gt;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56896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en-IN" sz="15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&lt;/body&gt;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371" y="6178581"/>
            <a:ext cx="1345101" cy="4235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5" name="Google Shape;155;p11"/>
          <p:cNvGrpSpPr/>
          <p:nvPr/>
        </p:nvGrpSpPr>
        <p:grpSpPr>
          <a:xfrm>
            <a:off x="7153656" y="1701592"/>
            <a:ext cx="4396740" cy="3805140"/>
            <a:chOff x="7153656" y="1701592"/>
            <a:chExt cx="4396740" cy="3805140"/>
          </a:xfrm>
        </p:grpSpPr>
        <p:pic>
          <p:nvPicPr>
            <p:cNvPr id="156" name="Google Shape;156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153656" y="1701592"/>
              <a:ext cx="4396740" cy="38051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" name="Google Shape;157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229600" y="3031236"/>
              <a:ext cx="2653283" cy="142951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58" name="Google Shape;158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39" y="190049"/>
            <a:ext cx="316992" cy="308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45040" y="6074767"/>
            <a:ext cx="406907" cy="397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"/>
          <p:cNvSpPr txBox="1"/>
          <p:nvPr/>
        </p:nvSpPr>
        <p:spPr>
          <a:xfrm>
            <a:off x="862990" y="1663446"/>
            <a:ext cx="5226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latin typeface="Arial"/>
                <a:ea typeface="Arial"/>
                <a:cs typeface="Arial"/>
                <a:sym typeface="Arial"/>
              </a:rPr>
              <a:t>align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2"/>
          <p:cNvSpPr/>
          <p:nvPr/>
        </p:nvSpPr>
        <p:spPr>
          <a:xfrm>
            <a:off x="722376" y="1319783"/>
            <a:ext cx="5907405" cy="4599940"/>
          </a:xfrm>
          <a:custGeom>
            <a:rect b="b" l="l" r="r" t="t"/>
            <a:pathLst>
              <a:path extrusionOk="0" h="4599940" w="5907405">
                <a:moveTo>
                  <a:pt x="5734304" y="0"/>
                </a:moveTo>
                <a:lnTo>
                  <a:pt x="172656" y="0"/>
                </a:lnTo>
                <a:lnTo>
                  <a:pt x="126776" y="6768"/>
                </a:lnTo>
                <a:lnTo>
                  <a:pt x="85537" y="25865"/>
                </a:lnTo>
                <a:lnTo>
                  <a:pt x="50590" y="55483"/>
                </a:lnTo>
                <a:lnTo>
                  <a:pt x="23584" y="93810"/>
                </a:lnTo>
                <a:lnTo>
                  <a:pt x="6171" y="139038"/>
                </a:lnTo>
                <a:lnTo>
                  <a:pt x="0" y="189356"/>
                </a:lnTo>
                <a:lnTo>
                  <a:pt x="0" y="4599432"/>
                </a:lnTo>
                <a:lnTo>
                  <a:pt x="5907024" y="4599432"/>
                </a:lnTo>
                <a:lnTo>
                  <a:pt x="5907024" y="4517237"/>
                </a:lnTo>
                <a:lnTo>
                  <a:pt x="74929" y="4517237"/>
                </a:lnTo>
                <a:lnTo>
                  <a:pt x="74929" y="334517"/>
                </a:lnTo>
                <a:lnTo>
                  <a:pt x="5907024" y="334517"/>
                </a:lnTo>
                <a:lnTo>
                  <a:pt x="5907024" y="249174"/>
                </a:lnTo>
                <a:lnTo>
                  <a:pt x="304228" y="249174"/>
                </a:lnTo>
                <a:lnTo>
                  <a:pt x="275036" y="242728"/>
                </a:lnTo>
                <a:lnTo>
                  <a:pt x="251217" y="225139"/>
                </a:lnTo>
                <a:lnTo>
                  <a:pt x="235168" y="199024"/>
                </a:lnTo>
                <a:lnTo>
                  <a:pt x="229285" y="167004"/>
                </a:lnTo>
                <a:lnTo>
                  <a:pt x="235168" y="135205"/>
                </a:lnTo>
                <a:lnTo>
                  <a:pt x="251217" y="109204"/>
                </a:lnTo>
                <a:lnTo>
                  <a:pt x="275036" y="91656"/>
                </a:lnTo>
                <a:lnTo>
                  <a:pt x="304228" y="85216"/>
                </a:lnTo>
                <a:lnTo>
                  <a:pt x="5877383" y="85216"/>
                </a:lnTo>
                <a:lnTo>
                  <a:pt x="5856430" y="55483"/>
                </a:lnTo>
                <a:lnTo>
                  <a:pt x="5821473" y="25865"/>
                </a:lnTo>
                <a:lnTo>
                  <a:pt x="5780215" y="6768"/>
                </a:lnTo>
                <a:lnTo>
                  <a:pt x="5734304" y="0"/>
                </a:lnTo>
                <a:close/>
              </a:path>
              <a:path extrusionOk="0" h="4599940" w="5907405">
                <a:moveTo>
                  <a:pt x="5907024" y="334517"/>
                </a:moveTo>
                <a:lnTo>
                  <a:pt x="5832094" y="334517"/>
                </a:lnTo>
                <a:lnTo>
                  <a:pt x="5832094" y="4517237"/>
                </a:lnTo>
                <a:lnTo>
                  <a:pt x="5907024" y="4517237"/>
                </a:lnTo>
                <a:lnTo>
                  <a:pt x="5907024" y="334517"/>
                </a:lnTo>
                <a:close/>
              </a:path>
              <a:path extrusionOk="0" h="4599940" w="5907405">
                <a:moveTo>
                  <a:pt x="548386" y="85216"/>
                </a:moveTo>
                <a:lnTo>
                  <a:pt x="304228" y="85216"/>
                </a:lnTo>
                <a:lnTo>
                  <a:pt x="333215" y="91656"/>
                </a:lnTo>
                <a:lnTo>
                  <a:pt x="356928" y="109204"/>
                </a:lnTo>
                <a:lnTo>
                  <a:pt x="372938" y="135205"/>
                </a:lnTo>
                <a:lnTo>
                  <a:pt x="378815" y="167004"/>
                </a:lnTo>
                <a:lnTo>
                  <a:pt x="372938" y="199024"/>
                </a:lnTo>
                <a:lnTo>
                  <a:pt x="356928" y="225139"/>
                </a:lnTo>
                <a:lnTo>
                  <a:pt x="333215" y="242728"/>
                </a:lnTo>
                <a:lnTo>
                  <a:pt x="304228" y="249174"/>
                </a:lnTo>
                <a:lnTo>
                  <a:pt x="548386" y="249174"/>
                </a:lnTo>
                <a:lnTo>
                  <a:pt x="519186" y="242728"/>
                </a:lnTo>
                <a:lnTo>
                  <a:pt x="495363" y="225139"/>
                </a:lnTo>
                <a:lnTo>
                  <a:pt x="479313" y="199024"/>
                </a:lnTo>
                <a:lnTo>
                  <a:pt x="473430" y="167004"/>
                </a:lnTo>
                <a:lnTo>
                  <a:pt x="479313" y="135205"/>
                </a:lnTo>
                <a:lnTo>
                  <a:pt x="495363" y="109204"/>
                </a:lnTo>
                <a:lnTo>
                  <a:pt x="519186" y="91656"/>
                </a:lnTo>
                <a:lnTo>
                  <a:pt x="548386" y="85216"/>
                </a:lnTo>
                <a:close/>
              </a:path>
              <a:path extrusionOk="0" h="4599940" w="5907405">
                <a:moveTo>
                  <a:pt x="792480" y="85216"/>
                </a:moveTo>
                <a:lnTo>
                  <a:pt x="548386" y="85216"/>
                </a:lnTo>
                <a:lnTo>
                  <a:pt x="577340" y="91656"/>
                </a:lnTo>
                <a:lnTo>
                  <a:pt x="601043" y="109204"/>
                </a:lnTo>
                <a:lnTo>
                  <a:pt x="617055" y="135205"/>
                </a:lnTo>
                <a:lnTo>
                  <a:pt x="622935" y="167004"/>
                </a:lnTo>
                <a:lnTo>
                  <a:pt x="617055" y="199024"/>
                </a:lnTo>
                <a:lnTo>
                  <a:pt x="601043" y="225139"/>
                </a:lnTo>
                <a:lnTo>
                  <a:pt x="577340" y="242728"/>
                </a:lnTo>
                <a:lnTo>
                  <a:pt x="548386" y="249174"/>
                </a:lnTo>
                <a:lnTo>
                  <a:pt x="792480" y="249174"/>
                </a:lnTo>
                <a:lnTo>
                  <a:pt x="763305" y="242728"/>
                </a:lnTo>
                <a:lnTo>
                  <a:pt x="739489" y="225139"/>
                </a:lnTo>
                <a:lnTo>
                  <a:pt x="723435" y="199024"/>
                </a:lnTo>
                <a:lnTo>
                  <a:pt x="717549" y="167004"/>
                </a:lnTo>
                <a:lnTo>
                  <a:pt x="723435" y="135205"/>
                </a:lnTo>
                <a:lnTo>
                  <a:pt x="739489" y="109204"/>
                </a:lnTo>
                <a:lnTo>
                  <a:pt x="763305" y="91656"/>
                </a:lnTo>
                <a:lnTo>
                  <a:pt x="792480" y="85216"/>
                </a:lnTo>
                <a:close/>
              </a:path>
              <a:path extrusionOk="0" h="4599940" w="5907405">
                <a:moveTo>
                  <a:pt x="5877383" y="85216"/>
                </a:moveTo>
                <a:lnTo>
                  <a:pt x="792480" y="85216"/>
                </a:lnTo>
                <a:lnTo>
                  <a:pt x="821507" y="91656"/>
                </a:lnTo>
                <a:lnTo>
                  <a:pt x="845248" y="109204"/>
                </a:lnTo>
                <a:lnTo>
                  <a:pt x="861274" y="135205"/>
                </a:lnTo>
                <a:lnTo>
                  <a:pt x="867156" y="167004"/>
                </a:lnTo>
                <a:lnTo>
                  <a:pt x="861274" y="199024"/>
                </a:lnTo>
                <a:lnTo>
                  <a:pt x="845248" y="225139"/>
                </a:lnTo>
                <a:lnTo>
                  <a:pt x="821507" y="242728"/>
                </a:lnTo>
                <a:lnTo>
                  <a:pt x="792480" y="249174"/>
                </a:lnTo>
                <a:lnTo>
                  <a:pt x="5907024" y="249174"/>
                </a:lnTo>
                <a:lnTo>
                  <a:pt x="5907024" y="189356"/>
                </a:lnTo>
                <a:lnTo>
                  <a:pt x="5900853" y="139038"/>
                </a:lnTo>
                <a:lnTo>
                  <a:pt x="5883439" y="93810"/>
                </a:lnTo>
                <a:lnTo>
                  <a:pt x="5877383" y="85216"/>
                </a:lnTo>
                <a:close/>
              </a:path>
            </a:pathLst>
          </a:custGeom>
          <a:solidFill>
            <a:srgbClr val="1B175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66" name="Google Shape;166;p12"/>
          <p:cNvGrpSpPr/>
          <p:nvPr/>
        </p:nvGrpSpPr>
        <p:grpSpPr>
          <a:xfrm>
            <a:off x="7153656" y="1701592"/>
            <a:ext cx="4396740" cy="3805140"/>
            <a:chOff x="7153656" y="1701592"/>
            <a:chExt cx="4396740" cy="3805140"/>
          </a:xfrm>
        </p:grpSpPr>
        <p:pic>
          <p:nvPicPr>
            <p:cNvPr id="167" name="Google Shape;167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153656" y="1701592"/>
              <a:ext cx="4396740" cy="38051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" name="Google Shape;168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338060" y="2400300"/>
              <a:ext cx="4020311" cy="13868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" name="Google Shape;169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333488" y="3988307"/>
              <a:ext cx="4035552" cy="11826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0" name="Google Shape;170;p12"/>
          <p:cNvSpPr txBox="1"/>
          <p:nvPr/>
        </p:nvSpPr>
        <p:spPr>
          <a:xfrm>
            <a:off x="1481708" y="1676781"/>
            <a:ext cx="2098675" cy="3440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15506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&lt;style&gt; a:link {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text-decoration: none;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}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a:visited {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text-decoration: none;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}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a:hover {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text-decoration: underline;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}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a:active {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text-decoration: underline;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}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&lt;/style&gt;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&lt;/head&gt;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&lt;body&gt;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2"/>
          <p:cNvSpPr txBox="1"/>
          <p:nvPr/>
        </p:nvSpPr>
        <p:spPr>
          <a:xfrm>
            <a:off x="1481708" y="5304790"/>
            <a:ext cx="4149090" cy="453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&lt;h2&gt;Styling a link with text-decoration property&lt;/h2&gt;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&lt;a href="default.asp" target="_blank"&gt;This is a link&lt;/a&gt;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2"/>
          <p:cNvSpPr txBox="1"/>
          <p:nvPr>
            <p:ph type="title"/>
          </p:nvPr>
        </p:nvSpPr>
        <p:spPr>
          <a:xfrm>
            <a:off x="2686050" y="113233"/>
            <a:ext cx="6779767" cy="1122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850">
            <a:spAutoFit/>
          </a:bodyPr>
          <a:lstStyle/>
          <a:p>
            <a:pPr indent="0" lvl="0" marL="22542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800"/>
              <a:t>Example</a:t>
            </a:r>
            <a:endParaRPr sz="4800"/>
          </a:p>
        </p:txBody>
      </p:sp>
      <p:pic>
        <p:nvPicPr>
          <p:cNvPr id="173" name="Google Shape;173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39" y="100687"/>
            <a:ext cx="406908" cy="397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"/>
          <p:cNvSpPr txBox="1"/>
          <p:nvPr/>
        </p:nvSpPr>
        <p:spPr>
          <a:xfrm>
            <a:off x="872744" y="1625853"/>
            <a:ext cx="5226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latin typeface="Arial"/>
                <a:ea typeface="Arial"/>
                <a:cs typeface="Arial"/>
                <a:sym typeface="Arial"/>
              </a:rPr>
              <a:t>align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3"/>
          <p:cNvSpPr/>
          <p:nvPr/>
        </p:nvSpPr>
        <p:spPr>
          <a:xfrm>
            <a:off x="731519" y="1281683"/>
            <a:ext cx="5907405" cy="4601210"/>
          </a:xfrm>
          <a:custGeom>
            <a:rect b="b" l="l" r="r" t="t"/>
            <a:pathLst>
              <a:path extrusionOk="0" h="4601210" w="5907405">
                <a:moveTo>
                  <a:pt x="5734304" y="0"/>
                </a:moveTo>
                <a:lnTo>
                  <a:pt x="172656" y="0"/>
                </a:lnTo>
                <a:lnTo>
                  <a:pt x="126776" y="6768"/>
                </a:lnTo>
                <a:lnTo>
                  <a:pt x="85537" y="25870"/>
                </a:lnTo>
                <a:lnTo>
                  <a:pt x="50590" y="55499"/>
                </a:lnTo>
                <a:lnTo>
                  <a:pt x="23584" y="93848"/>
                </a:lnTo>
                <a:lnTo>
                  <a:pt x="6171" y="139112"/>
                </a:lnTo>
                <a:lnTo>
                  <a:pt x="0" y="189483"/>
                </a:lnTo>
                <a:lnTo>
                  <a:pt x="0" y="4600956"/>
                </a:lnTo>
                <a:lnTo>
                  <a:pt x="5907024" y="4600956"/>
                </a:lnTo>
                <a:lnTo>
                  <a:pt x="5907024" y="4518736"/>
                </a:lnTo>
                <a:lnTo>
                  <a:pt x="74929" y="4518736"/>
                </a:lnTo>
                <a:lnTo>
                  <a:pt x="74929" y="334517"/>
                </a:lnTo>
                <a:lnTo>
                  <a:pt x="5907024" y="334518"/>
                </a:lnTo>
                <a:lnTo>
                  <a:pt x="5907024" y="249301"/>
                </a:lnTo>
                <a:lnTo>
                  <a:pt x="304228" y="249300"/>
                </a:lnTo>
                <a:lnTo>
                  <a:pt x="275036" y="242855"/>
                </a:lnTo>
                <a:lnTo>
                  <a:pt x="251217" y="225266"/>
                </a:lnTo>
                <a:lnTo>
                  <a:pt x="235168" y="199151"/>
                </a:lnTo>
                <a:lnTo>
                  <a:pt x="229285" y="167131"/>
                </a:lnTo>
                <a:lnTo>
                  <a:pt x="235168" y="135312"/>
                </a:lnTo>
                <a:lnTo>
                  <a:pt x="251217" y="109267"/>
                </a:lnTo>
                <a:lnTo>
                  <a:pt x="275036" y="91676"/>
                </a:lnTo>
                <a:lnTo>
                  <a:pt x="304228" y="85216"/>
                </a:lnTo>
                <a:lnTo>
                  <a:pt x="5877360" y="85216"/>
                </a:lnTo>
                <a:lnTo>
                  <a:pt x="5856430" y="55499"/>
                </a:lnTo>
                <a:lnTo>
                  <a:pt x="5821473" y="25870"/>
                </a:lnTo>
                <a:lnTo>
                  <a:pt x="5780215" y="6768"/>
                </a:lnTo>
                <a:lnTo>
                  <a:pt x="5734304" y="0"/>
                </a:lnTo>
                <a:close/>
              </a:path>
              <a:path extrusionOk="0" h="4601210" w="5907405">
                <a:moveTo>
                  <a:pt x="5907024" y="334518"/>
                </a:moveTo>
                <a:lnTo>
                  <a:pt x="5832094" y="334517"/>
                </a:lnTo>
                <a:lnTo>
                  <a:pt x="5832094" y="4518736"/>
                </a:lnTo>
                <a:lnTo>
                  <a:pt x="5907024" y="4518736"/>
                </a:lnTo>
                <a:lnTo>
                  <a:pt x="5907024" y="334518"/>
                </a:lnTo>
                <a:close/>
              </a:path>
              <a:path extrusionOk="0" h="4601210" w="5907405">
                <a:moveTo>
                  <a:pt x="548386" y="85216"/>
                </a:moveTo>
                <a:lnTo>
                  <a:pt x="304228" y="85216"/>
                </a:lnTo>
                <a:lnTo>
                  <a:pt x="333215" y="91676"/>
                </a:lnTo>
                <a:lnTo>
                  <a:pt x="356928" y="109267"/>
                </a:lnTo>
                <a:lnTo>
                  <a:pt x="372938" y="135312"/>
                </a:lnTo>
                <a:lnTo>
                  <a:pt x="378815" y="167131"/>
                </a:lnTo>
                <a:lnTo>
                  <a:pt x="372938" y="199151"/>
                </a:lnTo>
                <a:lnTo>
                  <a:pt x="356928" y="225266"/>
                </a:lnTo>
                <a:lnTo>
                  <a:pt x="333215" y="242855"/>
                </a:lnTo>
                <a:lnTo>
                  <a:pt x="304228" y="249300"/>
                </a:lnTo>
                <a:lnTo>
                  <a:pt x="548386" y="249300"/>
                </a:lnTo>
                <a:lnTo>
                  <a:pt x="519186" y="242855"/>
                </a:lnTo>
                <a:lnTo>
                  <a:pt x="495363" y="225266"/>
                </a:lnTo>
                <a:lnTo>
                  <a:pt x="479313" y="199151"/>
                </a:lnTo>
                <a:lnTo>
                  <a:pt x="473430" y="167131"/>
                </a:lnTo>
                <a:lnTo>
                  <a:pt x="479313" y="135312"/>
                </a:lnTo>
                <a:lnTo>
                  <a:pt x="495363" y="109267"/>
                </a:lnTo>
                <a:lnTo>
                  <a:pt x="519186" y="91676"/>
                </a:lnTo>
                <a:lnTo>
                  <a:pt x="548386" y="85216"/>
                </a:lnTo>
                <a:close/>
              </a:path>
              <a:path extrusionOk="0" h="4601210" w="5907405">
                <a:moveTo>
                  <a:pt x="792480" y="85216"/>
                </a:moveTo>
                <a:lnTo>
                  <a:pt x="548386" y="85216"/>
                </a:lnTo>
                <a:lnTo>
                  <a:pt x="577340" y="91676"/>
                </a:lnTo>
                <a:lnTo>
                  <a:pt x="601043" y="109267"/>
                </a:lnTo>
                <a:lnTo>
                  <a:pt x="617055" y="135312"/>
                </a:lnTo>
                <a:lnTo>
                  <a:pt x="622935" y="167131"/>
                </a:lnTo>
                <a:lnTo>
                  <a:pt x="617055" y="199151"/>
                </a:lnTo>
                <a:lnTo>
                  <a:pt x="601043" y="225266"/>
                </a:lnTo>
                <a:lnTo>
                  <a:pt x="577340" y="242855"/>
                </a:lnTo>
                <a:lnTo>
                  <a:pt x="548386" y="249300"/>
                </a:lnTo>
                <a:lnTo>
                  <a:pt x="792480" y="249300"/>
                </a:lnTo>
                <a:lnTo>
                  <a:pt x="763305" y="242855"/>
                </a:lnTo>
                <a:lnTo>
                  <a:pt x="739489" y="225266"/>
                </a:lnTo>
                <a:lnTo>
                  <a:pt x="723435" y="199151"/>
                </a:lnTo>
                <a:lnTo>
                  <a:pt x="717549" y="167131"/>
                </a:lnTo>
                <a:lnTo>
                  <a:pt x="723435" y="135312"/>
                </a:lnTo>
                <a:lnTo>
                  <a:pt x="739489" y="109267"/>
                </a:lnTo>
                <a:lnTo>
                  <a:pt x="763305" y="91676"/>
                </a:lnTo>
                <a:lnTo>
                  <a:pt x="792480" y="85216"/>
                </a:lnTo>
                <a:close/>
              </a:path>
              <a:path extrusionOk="0" h="4601210" w="5907405">
                <a:moveTo>
                  <a:pt x="5877360" y="85216"/>
                </a:moveTo>
                <a:lnTo>
                  <a:pt x="792480" y="85216"/>
                </a:lnTo>
                <a:lnTo>
                  <a:pt x="821507" y="91676"/>
                </a:lnTo>
                <a:lnTo>
                  <a:pt x="845248" y="109267"/>
                </a:lnTo>
                <a:lnTo>
                  <a:pt x="861274" y="135312"/>
                </a:lnTo>
                <a:lnTo>
                  <a:pt x="867156" y="167131"/>
                </a:lnTo>
                <a:lnTo>
                  <a:pt x="861274" y="199151"/>
                </a:lnTo>
                <a:lnTo>
                  <a:pt x="845248" y="225266"/>
                </a:lnTo>
                <a:lnTo>
                  <a:pt x="821507" y="242855"/>
                </a:lnTo>
                <a:lnTo>
                  <a:pt x="792480" y="249300"/>
                </a:lnTo>
                <a:lnTo>
                  <a:pt x="5907024" y="249301"/>
                </a:lnTo>
                <a:lnTo>
                  <a:pt x="5907024" y="189483"/>
                </a:lnTo>
                <a:lnTo>
                  <a:pt x="5900853" y="139112"/>
                </a:lnTo>
                <a:lnTo>
                  <a:pt x="5883439" y="93848"/>
                </a:lnTo>
                <a:lnTo>
                  <a:pt x="5877360" y="85216"/>
                </a:lnTo>
                <a:close/>
              </a:path>
            </a:pathLst>
          </a:custGeom>
          <a:solidFill>
            <a:srgbClr val="1B175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0" name="Google Shape;180;p13"/>
          <p:cNvSpPr txBox="1"/>
          <p:nvPr/>
        </p:nvSpPr>
        <p:spPr>
          <a:xfrm>
            <a:off x="1674367" y="1718818"/>
            <a:ext cx="2289810" cy="3440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17411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&lt;style&gt; a:link {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background-color: yellow;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}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a:visited {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background-color: cyan;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}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a:hover {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background-color: lightgreen;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}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a:active {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background-color: hotpink;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}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&lt;/style&gt;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&lt;/head&gt;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&lt;body&gt;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3"/>
          <p:cNvSpPr txBox="1"/>
          <p:nvPr/>
        </p:nvSpPr>
        <p:spPr>
          <a:xfrm>
            <a:off x="1674367" y="5346572"/>
            <a:ext cx="4148454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&lt;a href="default.asp" target="_blank"&gt;This is a link&lt;/a&gt;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3656" y="1701592"/>
            <a:ext cx="4396740" cy="380514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3"/>
          <p:cNvSpPr txBox="1"/>
          <p:nvPr/>
        </p:nvSpPr>
        <p:spPr>
          <a:xfrm>
            <a:off x="8292210" y="3291459"/>
            <a:ext cx="1724025" cy="434340"/>
          </a:xfrm>
          <a:prstGeom prst="rect">
            <a:avLst/>
          </a:prstGeom>
          <a:solidFill>
            <a:srgbClr val="808000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635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latin typeface="Calibri"/>
                <a:ea typeface="Calibri"/>
                <a:cs typeface="Calibri"/>
                <a:sym typeface="Calibri"/>
              </a:rPr>
              <a:t>This is a link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3"/>
          <p:cNvSpPr txBox="1"/>
          <p:nvPr>
            <p:ph type="title"/>
          </p:nvPr>
        </p:nvSpPr>
        <p:spPr>
          <a:xfrm>
            <a:off x="2686050" y="113233"/>
            <a:ext cx="6779767" cy="1122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850">
            <a:spAutoFit/>
          </a:bodyPr>
          <a:lstStyle/>
          <a:p>
            <a:pPr indent="0" lvl="0" marL="22542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800"/>
              <a:t>Example</a:t>
            </a:r>
            <a:endParaRPr sz="4800"/>
          </a:p>
        </p:txBody>
      </p:sp>
      <p:pic>
        <p:nvPicPr>
          <p:cNvPr id="185" name="Google Shape;1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39" y="100687"/>
            <a:ext cx="406908" cy="397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4"/>
          <p:cNvSpPr txBox="1"/>
          <p:nvPr>
            <p:ph type="title"/>
          </p:nvPr>
        </p:nvSpPr>
        <p:spPr>
          <a:xfrm>
            <a:off x="2686050" y="113233"/>
            <a:ext cx="6779767" cy="1122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2625">
            <a:spAutoFit/>
          </a:bodyPr>
          <a:lstStyle/>
          <a:p>
            <a:pPr indent="0" lvl="0" marL="1987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Images</a:t>
            </a:r>
            <a:endParaRPr/>
          </a:p>
        </p:txBody>
      </p:sp>
      <p:pic>
        <p:nvPicPr>
          <p:cNvPr id="191" name="Google Shape;1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371" y="6178581"/>
            <a:ext cx="1345101" cy="423552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4"/>
          <p:cNvSpPr txBox="1"/>
          <p:nvPr/>
        </p:nvSpPr>
        <p:spPr>
          <a:xfrm>
            <a:off x="3945382" y="1997710"/>
            <a:ext cx="8012430" cy="2769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The image tag is written as &lt;img&gt; in HTML. It takes two important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IN" sz="20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attributes, src and alt. </a:t>
            </a:r>
            <a:r>
              <a:rPr b="1" lang="en-IN" sz="20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Src </a:t>
            </a:r>
            <a:r>
              <a:rPr lang="en-IN" sz="20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specifies the path to the image,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IN" sz="20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while </a:t>
            </a:r>
            <a:r>
              <a:rPr b="1" lang="en-IN" sz="20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alt </a:t>
            </a:r>
            <a:r>
              <a:rPr lang="en-IN" sz="20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specifies an alternative text for the image.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Attributes like width and height can be written inline with &lt;img&gt;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tag or specified later in the CSS.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0540" y="1979734"/>
            <a:ext cx="2819299" cy="3591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39" y="100687"/>
            <a:ext cx="406908" cy="397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"/>
          <p:cNvSpPr txBox="1"/>
          <p:nvPr>
            <p:ph type="title"/>
          </p:nvPr>
        </p:nvSpPr>
        <p:spPr>
          <a:xfrm>
            <a:off x="2686050" y="113233"/>
            <a:ext cx="6779767" cy="1122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7025">
            <a:spAutoFit/>
          </a:bodyPr>
          <a:lstStyle/>
          <a:p>
            <a:pPr indent="0" lvl="0" marL="514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Image Properties</a:t>
            </a:r>
            <a:endParaRPr/>
          </a:p>
        </p:txBody>
      </p:sp>
      <p:pic>
        <p:nvPicPr>
          <p:cNvPr id="200" name="Google Shape;2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1260" y="1542288"/>
            <a:ext cx="6943343" cy="458571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5"/>
          <p:cNvSpPr txBox="1"/>
          <p:nvPr/>
        </p:nvSpPr>
        <p:spPr>
          <a:xfrm>
            <a:off x="3599815" y="2558948"/>
            <a:ext cx="3622040" cy="194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6050">
            <a:spAutoFit/>
          </a:bodyPr>
          <a:lstStyle/>
          <a:p>
            <a:pPr indent="-286385" lvl="0" marL="2990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</a:pPr>
            <a:r>
              <a:rPr lang="en-IN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border-radius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286385" lvl="0" marL="299085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</a:pPr>
            <a:r>
              <a:rPr lang="en-IN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border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286385" lvl="0" marL="299085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</a:pPr>
            <a:r>
              <a:rPr lang="en-IN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Responsive images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" name="Google Shape;2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72243" y="2301286"/>
            <a:ext cx="2266187" cy="442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39" y="100687"/>
            <a:ext cx="406908" cy="397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"/>
          <p:cNvSpPr txBox="1"/>
          <p:nvPr>
            <p:ph type="title"/>
          </p:nvPr>
        </p:nvSpPr>
        <p:spPr>
          <a:xfrm>
            <a:off x="2686050" y="113233"/>
            <a:ext cx="6779767" cy="1122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86925">
            <a:spAutoFit/>
          </a:bodyPr>
          <a:lstStyle/>
          <a:p>
            <a:pPr indent="0" lvl="0" marL="24085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Table</a:t>
            </a:r>
            <a:endParaRPr/>
          </a:p>
        </p:txBody>
      </p:sp>
      <p:sp>
        <p:nvSpPr>
          <p:cNvPr id="209" name="Google Shape;209;p16"/>
          <p:cNvSpPr txBox="1"/>
          <p:nvPr>
            <p:ph idx="1" type="body"/>
          </p:nvPr>
        </p:nvSpPr>
        <p:spPr>
          <a:xfrm>
            <a:off x="4634610" y="2106625"/>
            <a:ext cx="7136765" cy="2770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A </a:t>
            </a:r>
            <a:r>
              <a:rPr b="1" lang="en-IN">
                <a:latin typeface="Arial"/>
                <a:ea typeface="Arial"/>
                <a:cs typeface="Arial"/>
                <a:sym typeface="Arial"/>
              </a:rPr>
              <a:t>table </a:t>
            </a:r>
            <a:r>
              <a:rPr lang="en-IN"/>
              <a:t>in CSS is used to apply the various styling</a:t>
            </a:r>
            <a:endParaRPr/>
          </a:p>
          <a:p>
            <a:pPr indent="0" lvl="0" marL="12700" marR="508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properties to the HTML table</a:t>
            </a:r>
            <a:r>
              <a:rPr lang="en-IN" u="sng"/>
              <a:t> </a:t>
            </a:r>
            <a:r>
              <a:rPr lang="en-IN"/>
              <a:t>elements to arrange the data in rows and columns. Table Borders, Table size, Table Alignment, Table Style, Table Responsive are the main properties of CSS table.</a:t>
            </a:r>
            <a:endParaRPr/>
          </a:p>
        </p:txBody>
      </p:sp>
      <p:pic>
        <p:nvPicPr>
          <p:cNvPr id="210" name="Google Shape;21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327" y="2034539"/>
            <a:ext cx="3874008" cy="28605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39" y="100687"/>
            <a:ext cx="406908" cy="397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7"/>
          <p:cNvSpPr txBox="1"/>
          <p:nvPr>
            <p:ph type="title"/>
          </p:nvPr>
        </p:nvSpPr>
        <p:spPr>
          <a:xfrm>
            <a:off x="2686050" y="113233"/>
            <a:ext cx="6779767" cy="1122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8950">
            <a:spAutoFit/>
          </a:bodyPr>
          <a:lstStyle/>
          <a:p>
            <a:pPr indent="0" lvl="0" marL="1908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Example</a:t>
            </a:r>
            <a:endParaRPr/>
          </a:p>
        </p:txBody>
      </p:sp>
      <p:sp>
        <p:nvSpPr>
          <p:cNvPr id="217" name="Google Shape;217;p17"/>
          <p:cNvSpPr txBox="1"/>
          <p:nvPr/>
        </p:nvSpPr>
        <p:spPr>
          <a:xfrm>
            <a:off x="1143101" y="1624076"/>
            <a:ext cx="5226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latin typeface="Arial"/>
                <a:ea typeface="Arial"/>
                <a:cs typeface="Arial"/>
                <a:sym typeface="Arial"/>
              </a:rPr>
              <a:t>align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7"/>
          <p:cNvSpPr/>
          <p:nvPr/>
        </p:nvSpPr>
        <p:spPr>
          <a:xfrm>
            <a:off x="993647" y="1251203"/>
            <a:ext cx="5648325" cy="4813300"/>
          </a:xfrm>
          <a:custGeom>
            <a:rect b="b" l="l" r="r" t="t"/>
            <a:pathLst>
              <a:path extrusionOk="0" h="4813300" w="5648325">
                <a:moveTo>
                  <a:pt x="5482844" y="0"/>
                </a:moveTo>
                <a:lnTo>
                  <a:pt x="165087" y="0"/>
                </a:lnTo>
                <a:lnTo>
                  <a:pt x="121218" y="7082"/>
                </a:lnTo>
                <a:lnTo>
                  <a:pt x="81787" y="27065"/>
                </a:lnTo>
                <a:lnTo>
                  <a:pt x="48372" y="58054"/>
                </a:lnTo>
                <a:lnTo>
                  <a:pt x="22550" y="98156"/>
                </a:lnTo>
                <a:lnTo>
                  <a:pt x="5900" y="145476"/>
                </a:lnTo>
                <a:lnTo>
                  <a:pt x="0" y="198120"/>
                </a:lnTo>
                <a:lnTo>
                  <a:pt x="0" y="4812792"/>
                </a:lnTo>
                <a:lnTo>
                  <a:pt x="5647944" y="4812792"/>
                </a:lnTo>
                <a:lnTo>
                  <a:pt x="5647944" y="4726787"/>
                </a:lnTo>
                <a:lnTo>
                  <a:pt x="71653" y="4726787"/>
                </a:lnTo>
                <a:lnTo>
                  <a:pt x="71653" y="350011"/>
                </a:lnTo>
                <a:lnTo>
                  <a:pt x="5647944" y="350012"/>
                </a:lnTo>
                <a:lnTo>
                  <a:pt x="5647944" y="260731"/>
                </a:lnTo>
                <a:lnTo>
                  <a:pt x="290830" y="260731"/>
                </a:lnTo>
                <a:lnTo>
                  <a:pt x="262949" y="253994"/>
                </a:lnTo>
                <a:lnTo>
                  <a:pt x="240195" y="235600"/>
                </a:lnTo>
                <a:lnTo>
                  <a:pt x="224861" y="208278"/>
                </a:lnTo>
                <a:lnTo>
                  <a:pt x="219240" y="174751"/>
                </a:lnTo>
                <a:lnTo>
                  <a:pt x="224861" y="141499"/>
                </a:lnTo>
                <a:lnTo>
                  <a:pt x="240195" y="114284"/>
                </a:lnTo>
                <a:lnTo>
                  <a:pt x="262949" y="95902"/>
                </a:lnTo>
                <a:lnTo>
                  <a:pt x="290830" y="89154"/>
                </a:lnTo>
                <a:lnTo>
                  <a:pt x="5619608" y="89154"/>
                </a:lnTo>
                <a:lnTo>
                  <a:pt x="5599588" y="58054"/>
                </a:lnTo>
                <a:lnTo>
                  <a:pt x="5566174" y="27065"/>
                </a:lnTo>
                <a:lnTo>
                  <a:pt x="5526735" y="7082"/>
                </a:lnTo>
                <a:lnTo>
                  <a:pt x="5482844" y="0"/>
                </a:lnTo>
                <a:close/>
              </a:path>
              <a:path extrusionOk="0" h="4813300" w="5648325">
                <a:moveTo>
                  <a:pt x="5647944" y="350012"/>
                </a:moveTo>
                <a:lnTo>
                  <a:pt x="5576316" y="350012"/>
                </a:lnTo>
                <a:lnTo>
                  <a:pt x="5576316" y="4726787"/>
                </a:lnTo>
                <a:lnTo>
                  <a:pt x="5647944" y="4726787"/>
                </a:lnTo>
                <a:lnTo>
                  <a:pt x="5647944" y="350012"/>
                </a:lnTo>
                <a:close/>
              </a:path>
              <a:path extrusionOk="0" h="4813300" w="5648325">
                <a:moveTo>
                  <a:pt x="524256" y="89154"/>
                </a:moveTo>
                <a:lnTo>
                  <a:pt x="290830" y="89154"/>
                </a:lnTo>
                <a:lnTo>
                  <a:pt x="318591" y="95902"/>
                </a:lnTo>
                <a:lnTo>
                  <a:pt x="341280" y="114284"/>
                </a:lnTo>
                <a:lnTo>
                  <a:pt x="356588" y="141499"/>
                </a:lnTo>
                <a:lnTo>
                  <a:pt x="362204" y="174751"/>
                </a:lnTo>
                <a:lnTo>
                  <a:pt x="356588" y="208278"/>
                </a:lnTo>
                <a:lnTo>
                  <a:pt x="341280" y="235600"/>
                </a:lnTo>
                <a:lnTo>
                  <a:pt x="318591" y="253994"/>
                </a:lnTo>
                <a:lnTo>
                  <a:pt x="290830" y="260731"/>
                </a:lnTo>
                <a:lnTo>
                  <a:pt x="524256" y="260731"/>
                </a:lnTo>
                <a:lnTo>
                  <a:pt x="496347" y="253994"/>
                </a:lnTo>
                <a:lnTo>
                  <a:pt x="473583" y="235600"/>
                </a:lnTo>
                <a:lnTo>
                  <a:pt x="458247" y="208278"/>
                </a:lnTo>
                <a:lnTo>
                  <a:pt x="452628" y="174751"/>
                </a:lnTo>
                <a:lnTo>
                  <a:pt x="458247" y="141499"/>
                </a:lnTo>
                <a:lnTo>
                  <a:pt x="473582" y="114284"/>
                </a:lnTo>
                <a:lnTo>
                  <a:pt x="496347" y="95902"/>
                </a:lnTo>
                <a:lnTo>
                  <a:pt x="524256" y="89154"/>
                </a:lnTo>
                <a:close/>
              </a:path>
              <a:path extrusionOk="0" h="4813300" w="5648325">
                <a:moveTo>
                  <a:pt x="757809" y="89154"/>
                </a:moveTo>
                <a:lnTo>
                  <a:pt x="524256" y="89154"/>
                </a:lnTo>
                <a:lnTo>
                  <a:pt x="552017" y="95902"/>
                </a:lnTo>
                <a:lnTo>
                  <a:pt x="574706" y="114284"/>
                </a:lnTo>
                <a:lnTo>
                  <a:pt x="590014" y="141499"/>
                </a:lnTo>
                <a:lnTo>
                  <a:pt x="595630" y="174751"/>
                </a:lnTo>
                <a:lnTo>
                  <a:pt x="590014" y="208278"/>
                </a:lnTo>
                <a:lnTo>
                  <a:pt x="574706" y="235600"/>
                </a:lnTo>
                <a:lnTo>
                  <a:pt x="552017" y="253994"/>
                </a:lnTo>
                <a:lnTo>
                  <a:pt x="524256" y="260731"/>
                </a:lnTo>
                <a:lnTo>
                  <a:pt x="757809" y="260731"/>
                </a:lnTo>
                <a:lnTo>
                  <a:pt x="729880" y="253994"/>
                </a:lnTo>
                <a:lnTo>
                  <a:pt x="707072" y="235600"/>
                </a:lnTo>
                <a:lnTo>
                  <a:pt x="691693" y="208278"/>
                </a:lnTo>
                <a:lnTo>
                  <a:pt x="686054" y="174751"/>
                </a:lnTo>
                <a:lnTo>
                  <a:pt x="691693" y="141499"/>
                </a:lnTo>
                <a:lnTo>
                  <a:pt x="707072" y="114284"/>
                </a:lnTo>
                <a:lnTo>
                  <a:pt x="729880" y="95902"/>
                </a:lnTo>
                <a:lnTo>
                  <a:pt x="757809" y="89154"/>
                </a:lnTo>
                <a:close/>
              </a:path>
              <a:path extrusionOk="0" h="4813300" w="5648325">
                <a:moveTo>
                  <a:pt x="5619608" y="89154"/>
                </a:moveTo>
                <a:lnTo>
                  <a:pt x="757809" y="89154"/>
                </a:lnTo>
                <a:lnTo>
                  <a:pt x="785496" y="95902"/>
                </a:lnTo>
                <a:lnTo>
                  <a:pt x="808148" y="114284"/>
                </a:lnTo>
                <a:lnTo>
                  <a:pt x="823442" y="141499"/>
                </a:lnTo>
                <a:lnTo>
                  <a:pt x="829056" y="174751"/>
                </a:lnTo>
                <a:lnTo>
                  <a:pt x="823442" y="208278"/>
                </a:lnTo>
                <a:lnTo>
                  <a:pt x="808148" y="235600"/>
                </a:lnTo>
                <a:lnTo>
                  <a:pt x="785496" y="253994"/>
                </a:lnTo>
                <a:lnTo>
                  <a:pt x="757809" y="260731"/>
                </a:lnTo>
                <a:lnTo>
                  <a:pt x="5647944" y="260731"/>
                </a:lnTo>
                <a:lnTo>
                  <a:pt x="5647944" y="198120"/>
                </a:lnTo>
                <a:lnTo>
                  <a:pt x="5642046" y="145476"/>
                </a:lnTo>
                <a:lnTo>
                  <a:pt x="5625403" y="98156"/>
                </a:lnTo>
                <a:lnTo>
                  <a:pt x="5619608" y="89154"/>
                </a:lnTo>
                <a:close/>
              </a:path>
            </a:pathLst>
          </a:custGeom>
          <a:solidFill>
            <a:srgbClr val="1B175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9" name="Google Shape;219;p17"/>
          <p:cNvSpPr txBox="1"/>
          <p:nvPr/>
        </p:nvSpPr>
        <p:spPr>
          <a:xfrm>
            <a:off x="1888617" y="1553336"/>
            <a:ext cx="2849245" cy="4415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2377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200">
                <a:latin typeface="Calibri"/>
                <a:ea typeface="Calibri"/>
                <a:cs typeface="Calibri"/>
                <a:sym typeface="Calibri"/>
              </a:rPr>
              <a:t>&lt;style&gt; table, th,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200">
                <a:latin typeface="Calibri"/>
                <a:ea typeface="Calibri"/>
                <a:cs typeface="Calibri"/>
                <a:sym typeface="Calibri"/>
              </a:rPr>
              <a:t>td {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285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200">
                <a:latin typeface="Calibri"/>
                <a:ea typeface="Calibri"/>
                <a:cs typeface="Calibri"/>
                <a:sym typeface="Calibri"/>
              </a:rPr>
              <a:t>/* Styling the border. */ border: 1.5px solid blue;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200">
                <a:latin typeface="Calibri"/>
                <a:ea typeface="Calibri"/>
                <a:cs typeface="Calibri"/>
                <a:sym typeface="Calibri"/>
              </a:rPr>
              <a:t>}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200">
                <a:latin typeface="Calibri"/>
                <a:ea typeface="Calibri"/>
                <a:cs typeface="Calibri"/>
                <a:sym typeface="Calibri"/>
              </a:rPr>
              <a:t>&lt;/style&gt;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200">
                <a:latin typeface="Calibri"/>
                <a:ea typeface="Calibri"/>
                <a:cs typeface="Calibri"/>
                <a:sym typeface="Calibri"/>
              </a:rPr>
              <a:t>&lt;body&gt;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200">
                <a:latin typeface="Calibri"/>
                <a:ea typeface="Calibri"/>
                <a:cs typeface="Calibri"/>
                <a:sym typeface="Calibri"/>
              </a:rPr>
              <a:t>&lt;h1&gt;Tour Package&lt;/h1&gt;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en-IN" sz="1200">
                <a:latin typeface="Calibri"/>
                <a:ea typeface="Calibri"/>
                <a:cs typeface="Calibri"/>
                <a:sym typeface="Calibri"/>
              </a:rPr>
              <a:t>&lt;table&gt;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200">
                <a:latin typeface="Calibri"/>
                <a:ea typeface="Calibri"/>
                <a:cs typeface="Calibri"/>
                <a:sym typeface="Calibri"/>
              </a:rPr>
              <a:t>&lt;tr&gt;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927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200">
                <a:latin typeface="Calibri"/>
                <a:ea typeface="Calibri"/>
                <a:cs typeface="Calibri"/>
                <a:sym typeface="Calibri"/>
              </a:rPr>
              <a:t>&lt;th&gt;PId&lt;/th&gt;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927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200">
                <a:latin typeface="Calibri"/>
                <a:ea typeface="Calibri"/>
                <a:cs typeface="Calibri"/>
                <a:sym typeface="Calibri"/>
              </a:rPr>
              <a:t>&lt;th&gt;Destination&lt;/th&gt;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200">
                <a:latin typeface="Calibri"/>
                <a:ea typeface="Calibri"/>
                <a:cs typeface="Calibri"/>
                <a:sym typeface="Calibri"/>
              </a:rPr>
              <a:t>&lt;/tr&gt;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200">
                <a:latin typeface="Calibri"/>
                <a:ea typeface="Calibri"/>
                <a:cs typeface="Calibri"/>
                <a:sym typeface="Calibri"/>
              </a:rPr>
              <a:t>&lt;tr&gt;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927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200">
                <a:latin typeface="Calibri"/>
                <a:ea typeface="Calibri"/>
                <a:cs typeface="Calibri"/>
                <a:sym typeface="Calibri"/>
              </a:rPr>
              <a:t>&lt;td&gt;Tour123&lt;/td&gt;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927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200">
                <a:latin typeface="Calibri"/>
                <a:ea typeface="Calibri"/>
                <a:cs typeface="Calibri"/>
                <a:sym typeface="Calibri"/>
              </a:rPr>
              <a:t>&lt;td&gt;Singapore&lt;/td&gt;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200">
                <a:latin typeface="Calibri"/>
                <a:ea typeface="Calibri"/>
                <a:cs typeface="Calibri"/>
                <a:sym typeface="Calibri"/>
              </a:rPr>
              <a:t>&lt;/tr&gt;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200">
                <a:latin typeface="Calibri"/>
                <a:ea typeface="Calibri"/>
                <a:cs typeface="Calibri"/>
                <a:sym typeface="Calibri"/>
              </a:rPr>
              <a:t>&lt;tr&gt;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927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200">
                <a:latin typeface="Calibri"/>
                <a:ea typeface="Calibri"/>
                <a:cs typeface="Calibri"/>
                <a:sym typeface="Calibri"/>
              </a:rPr>
              <a:t>&lt;td&gt;Tour234&lt;/td&gt;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927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200">
                <a:latin typeface="Calibri"/>
                <a:ea typeface="Calibri"/>
                <a:cs typeface="Calibri"/>
                <a:sym typeface="Calibri"/>
              </a:rPr>
              <a:t>&lt;td&gt;America&lt;/td&gt;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200">
                <a:latin typeface="Calibri"/>
                <a:ea typeface="Calibri"/>
                <a:cs typeface="Calibri"/>
                <a:sym typeface="Calibri"/>
              </a:rPr>
              <a:t>&lt;/tr&gt;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200">
                <a:latin typeface="Calibri"/>
                <a:ea typeface="Calibri"/>
                <a:cs typeface="Calibri"/>
                <a:sym typeface="Calibri"/>
              </a:rPr>
              <a:t>&lt;/table&gt;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39" y="100687"/>
            <a:ext cx="406908" cy="397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36942" y="1624076"/>
            <a:ext cx="3886201" cy="3962400"/>
          </a:xfrm>
          <a:prstGeom prst="rect">
            <a:avLst/>
          </a:prstGeom>
          <a:noFill/>
          <a:ln cap="sq" cmpd="thickThin" w="889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"/>
          <p:cNvSpPr txBox="1"/>
          <p:nvPr/>
        </p:nvSpPr>
        <p:spPr>
          <a:xfrm>
            <a:off x="1143101" y="1624076"/>
            <a:ext cx="5226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latin typeface="Arial"/>
                <a:ea typeface="Arial"/>
                <a:cs typeface="Arial"/>
                <a:sym typeface="Arial"/>
              </a:rPr>
              <a:t>align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8"/>
          <p:cNvSpPr/>
          <p:nvPr/>
        </p:nvSpPr>
        <p:spPr>
          <a:xfrm>
            <a:off x="993647" y="1251203"/>
            <a:ext cx="5648325" cy="4813300"/>
          </a:xfrm>
          <a:custGeom>
            <a:rect b="b" l="l" r="r" t="t"/>
            <a:pathLst>
              <a:path extrusionOk="0" h="4813300" w="5648325">
                <a:moveTo>
                  <a:pt x="5482844" y="0"/>
                </a:moveTo>
                <a:lnTo>
                  <a:pt x="165087" y="0"/>
                </a:lnTo>
                <a:lnTo>
                  <a:pt x="121218" y="7082"/>
                </a:lnTo>
                <a:lnTo>
                  <a:pt x="81787" y="27065"/>
                </a:lnTo>
                <a:lnTo>
                  <a:pt x="48372" y="58054"/>
                </a:lnTo>
                <a:lnTo>
                  <a:pt x="22550" y="98156"/>
                </a:lnTo>
                <a:lnTo>
                  <a:pt x="5900" y="145476"/>
                </a:lnTo>
                <a:lnTo>
                  <a:pt x="0" y="198120"/>
                </a:lnTo>
                <a:lnTo>
                  <a:pt x="0" y="4812792"/>
                </a:lnTo>
                <a:lnTo>
                  <a:pt x="5647944" y="4812792"/>
                </a:lnTo>
                <a:lnTo>
                  <a:pt x="5647944" y="4726787"/>
                </a:lnTo>
                <a:lnTo>
                  <a:pt x="71653" y="4726787"/>
                </a:lnTo>
                <a:lnTo>
                  <a:pt x="71653" y="350011"/>
                </a:lnTo>
                <a:lnTo>
                  <a:pt x="5647944" y="350012"/>
                </a:lnTo>
                <a:lnTo>
                  <a:pt x="5647944" y="260731"/>
                </a:lnTo>
                <a:lnTo>
                  <a:pt x="290830" y="260731"/>
                </a:lnTo>
                <a:lnTo>
                  <a:pt x="262949" y="253994"/>
                </a:lnTo>
                <a:lnTo>
                  <a:pt x="240195" y="235600"/>
                </a:lnTo>
                <a:lnTo>
                  <a:pt x="224861" y="208278"/>
                </a:lnTo>
                <a:lnTo>
                  <a:pt x="219240" y="174751"/>
                </a:lnTo>
                <a:lnTo>
                  <a:pt x="224861" y="141499"/>
                </a:lnTo>
                <a:lnTo>
                  <a:pt x="240195" y="114284"/>
                </a:lnTo>
                <a:lnTo>
                  <a:pt x="262949" y="95902"/>
                </a:lnTo>
                <a:lnTo>
                  <a:pt x="290830" y="89154"/>
                </a:lnTo>
                <a:lnTo>
                  <a:pt x="5619608" y="89154"/>
                </a:lnTo>
                <a:lnTo>
                  <a:pt x="5599588" y="58054"/>
                </a:lnTo>
                <a:lnTo>
                  <a:pt x="5566174" y="27065"/>
                </a:lnTo>
                <a:lnTo>
                  <a:pt x="5526735" y="7082"/>
                </a:lnTo>
                <a:lnTo>
                  <a:pt x="5482844" y="0"/>
                </a:lnTo>
                <a:close/>
              </a:path>
              <a:path extrusionOk="0" h="4813300" w="5648325">
                <a:moveTo>
                  <a:pt x="5647944" y="350012"/>
                </a:moveTo>
                <a:lnTo>
                  <a:pt x="5576316" y="350012"/>
                </a:lnTo>
                <a:lnTo>
                  <a:pt x="5576316" y="4726787"/>
                </a:lnTo>
                <a:lnTo>
                  <a:pt x="5647944" y="4726787"/>
                </a:lnTo>
                <a:lnTo>
                  <a:pt x="5647944" y="350012"/>
                </a:lnTo>
                <a:close/>
              </a:path>
              <a:path extrusionOk="0" h="4813300" w="5648325">
                <a:moveTo>
                  <a:pt x="524256" y="89154"/>
                </a:moveTo>
                <a:lnTo>
                  <a:pt x="290830" y="89154"/>
                </a:lnTo>
                <a:lnTo>
                  <a:pt x="318591" y="95902"/>
                </a:lnTo>
                <a:lnTo>
                  <a:pt x="341280" y="114284"/>
                </a:lnTo>
                <a:lnTo>
                  <a:pt x="356588" y="141499"/>
                </a:lnTo>
                <a:lnTo>
                  <a:pt x="362204" y="174751"/>
                </a:lnTo>
                <a:lnTo>
                  <a:pt x="356588" y="208278"/>
                </a:lnTo>
                <a:lnTo>
                  <a:pt x="341280" y="235600"/>
                </a:lnTo>
                <a:lnTo>
                  <a:pt x="318591" y="253994"/>
                </a:lnTo>
                <a:lnTo>
                  <a:pt x="290830" y="260731"/>
                </a:lnTo>
                <a:lnTo>
                  <a:pt x="524256" y="260731"/>
                </a:lnTo>
                <a:lnTo>
                  <a:pt x="496347" y="253994"/>
                </a:lnTo>
                <a:lnTo>
                  <a:pt x="473583" y="235600"/>
                </a:lnTo>
                <a:lnTo>
                  <a:pt x="458247" y="208278"/>
                </a:lnTo>
                <a:lnTo>
                  <a:pt x="452628" y="174751"/>
                </a:lnTo>
                <a:lnTo>
                  <a:pt x="458247" y="141499"/>
                </a:lnTo>
                <a:lnTo>
                  <a:pt x="473582" y="114284"/>
                </a:lnTo>
                <a:lnTo>
                  <a:pt x="496347" y="95902"/>
                </a:lnTo>
                <a:lnTo>
                  <a:pt x="524256" y="89154"/>
                </a:lnTo>
                <a:close/>
              </a:path>
              <a:path extrusionOk="0" h="4813300" w="5648325">
                <a:moveTo>
                  <a:pt x="757809" y="89154"/>
                </a:moveTo>
                <a:lnTo>
                  <a:pt x="524256" y="89154"/>
                </a:lnTo>
                <a:lnTo>
                  <a:pt x="552017" y="95902"/>
                </a:lnTo>
                <a:lnTo>
                  <a:pt x="574706" y="114284"/>
                </a:lnTo>
                <a:lnTo>
                  <a:pt x="590014" y="141499"/>
                </a:lnTo>
                <a:lnTo>
                  <a:pt x="595630" y="174751"/>
                </a:lnTo>
                <a:lnTo>
                  <a:pt x="590014" y="208278"/>
                </a:lnTo>
                <a:lnTo>
                  <a:pt x="574706" y="235600"/>
                </a:lnTo>
                <a:lnTo>
                  <a:pt x="552017" y="253994"/>
                </a:lnTo>
                <a:lnTo>
                  <a:pt x="524256" y="260731"/>
                </a:lnTo>
                <a:lnTo>
                  <a:pt x="757809" y="260731"/>
                </a:lnTo>
                <a:lnTo>
                  <a:pt x="729880" y="253994"/>
                </a:lnTo>
                <a:lnTo>
                  <a:pt x="707072" y="235600"/>
                </a:lnTo>
                <a:lnTo>
                  <a:pt x="691693" y="208278"/>
                </a:lnTo>
                <a:lnTo>
                  <a:pt x="686054" y="174751"/>
                </a:lnTo>
                <a:lnTo>
                  <a:pt x="691693" y="141499"/>
                </a:lnTo>
                <a:lnTo>
                  <a:pt x="707072" y="114284"/>
                </a:lnTo>
                <a:lnTo>
                  <a:pt x="729880" y="95902"/>
                </a:lnTo>
                <a:lnTo>
                  <a:pt x="757809" y="89154"/>
                </a:lnTo>
                <a:close/>
              </a:path>
              <a:path extrusionOk="0" h="4813300" w="5648325">
                <a:moveTo>
                  <a:pt x="5619608" y="89154"/>
                </a:moveTo>
                <a:lnTo>
                  <a:pt x="757809" y="89154"/>
                </a:lnTo>
                <a:lnTo>
                  <a:pt x="785496" y="95902"/>
                </a:lnTo>
                <a:lnTo>
                  <a:pt x="808148" y="114284"/>
                </a:lnTo>
                <a:lnTo>
                  <a:pt x="823442" y="141499"/>
                </a:lnTo>
                <a:lnTo>
                  <a:pt x="829056" y="174751"/>
                </a:lnTo>
                <a:lnTo>
                  <a:pt x="823442" y="208278"/>
                </a:lnTo>
                <a:lnTo>
                  <a:pt x="808148" y="235600"/>
                </a:lnTo>
                <a:lnTo>
                  <a:pt x="785496" y="253994"/>
                </a:lnTo>
                <a:lnTo>
                  <a:pt x="757809" y="260731"/>
                </a:lnTo>
                <a:lnTo>
                  <a:pt x="5647944" y="260731"/>
                </a:lnTo>
                <a:lnTo>
                  <a:pt x="5647944" y="198120"/>
                </a:lnTo>
                <a:lnTo>
                  <a:pt x="5642046" y="145476"/>
                </a:lnTo>
                <a:lnTo>
                  <a:pt x="5625403" y="98156"/>
                </a:lnTo>
                <a:lnTo>
                  <a:pt x="5619608" y="89154"/>
                </a:lnTo>
                <a:close/>
              </a:path>
            </a:pathLst>
          </a:custGeom>
          <a:solidFill>
            <a:srgbClr val="1B175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8" name="Google Shape;228;p18"/>
          <p:cNvSpPr txBox="1"/>
          <p:nvPr>
            <p:ph type="title"/>
          </p:nvPr>
        </p:nvSpPr>
        <p:spPr>
          <a:xfrm>
            <a:off x="2686050" y="113233"/>
            <a:ext cx="6779767" cy="1122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09105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Example</a:t>
            </a:r>
            <a:endParaRPr/>
          </a:p>
        </p:txBody>
      </p:sp>
      <p:sp>
        <p:nvSpPr>
          <p:cNvPr id="229" name="Google Shape;229;p18"/>
          <p:cNvSpPr txBox="1"/>
          <p:nvPr/>
        </p:nvSpPr>
        <p:spPr>
          <a:xfrm>
            <a:off x="1886204" y="1650238"/>
            <a:ext cx="1997075" cy="4294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&lt;style&gt;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table, td, th {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border: 1px solid black;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}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table {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border-collapse: collapse; width: 100%;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}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th {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height: 70px;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}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&lt;/style&gt;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&lt;table&gt;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&lt;tr&gt;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708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&lt;th&gt;Destinations&lt;/th&gt;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&lt;/tr&gt;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&lt;tr&gt;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708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&lt;td&gt;Baali&lt;/td&gt;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&lt;/tr&gt;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400">
                <a:latin typeface="Calibri"/>
                <a:ea typeface="Calibri"/>
                <a:cs typeface="Calibri"/>
                <a:sym typeface="Calibri"/>
              </a:rPr>
              <a:t>&lt;/table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0" name="Google Shape;23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39" y="100687"/>
            <a:ext cx="406908" cy="397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10400" y="1251203"/>
            <a:ext cx="4800600" cy="481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9"/>
          <p:cNvSpPr txBox="1"/>
          <p:nvPr>
            <p:ph type="title"/>
          </p:nvPr>
        </p:nvSpPr>
        <p:spPr>
          <a:xfrm>
            <a:off x="2686050" y="113233"/>
            <a:ext cx="6779767" cy="1122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0929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Border</a:t>
            </a:r>
            <a:endParaRPr/>
          </a:p>
        </p:txBody>
      </p:sp>
      <p:sp>
        <p:nvSpPr>
          <p:cNvPr id="237" name="Google Shape;237;p19"/>
          <p:cNvSpPr txBox="1"/>
          <p:nvPr/>
        </p:nvSpPr>
        <p:spPr>
          <a:xfrm>
            <a:off x="839216" y="1268659"/>
            <a:ext cx="9985375" cy="9410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7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The border property is a shorthand syntax in CSS that accepts multiple values for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drawing a line around the element it is applied to.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85459" y="2496414"/>
            <a:ext cx="5353025" cy="3365448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9"/>
          <p:cNvSpPr txBox="1"/>
          <p:nvPr/>
        </p:nvSpPr>
        <p:spPr>
          <a:xfrm>
            <a:off x="2386710" y="3745229"/>
            <a:ext cx="2251710" cy="84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5400">
                <a:solidFill>
                  <a:srgbClr val="001F5F"/>
                </a:solidFill>
                <a:latin typeface="Arial"/>
                <a:ea typeface="Arial"/>
                <a:cs typeface="Arial"/>
                <a:sym typeface="Arial"/>
              </a:rPr>
              <a:t>Values</a:t>
            </a:r>
            <a:endParaRPr sz="5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9"/>
          <p:cNvSpPr txBox="1"/>
          <p:nvPr/>
        </p:nvSpPr>
        <p:spPr>
          <a:xfrm>
            <a:off x="7019035" y="3551301"/>
            <a:ext cx="2285365" cy="130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86385" lvl="0" marL="2990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5F"/>
              </a:buClr>
              <a:buSzPts val="2800"/>
              <a:buFont typeface="Arial"/>
              <a:buChar char="•"/>
            </a:pPr>
            <a:r>
              <a:rPr b="1" lang="en-IN" sz="2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Border-style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86385" lvl="0" marL="2990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5F"/>
              </a:buClr>
              <a:buSzPts val="2800"/>
              <a:buFont typeface="Arial"/>
              <a:buChar char="•"/>
            </a:pPr>
            <a:r>
              <a:rPr b="1" lang="en-IN" sz="2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Border-width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86385" lvl="0" marL="29908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1F5F"/>
              </a:buClr>
              <a:buSzPts val="2800"/>
              <a:buFont typeface="Arial"/>
              <a:buChar char="•"/>
            </a:pPr>
            <a:r>
              <a:rPr b="1" lang="en-IN" sz="2800">
                <a:solidFill>
                  <a:srgbClr val="001F5F"/>
                </a:solidFill>
                <a:latin typeface="Calibri"/>
                <a:ea typeface="Calibri"/>
                <a:cs typeface="Calibri"/>
                <a:sym typeface="Calibri"/>
              </a:rPr>
              <a:t>Border-color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39" y="100687"/>
            <a:ext cx="406908" cy="397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4825088"/>
            <a:ext cx="406908" cy="397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0"/>
          <p:cNvSpPr txBox="1"/>
          <p:nvPr>
            <p:ph type="title"/>
          </p:nvPr>
        </p:nvSpPr>
        <p:spPr>
          <a:xfrm>
            <a:off x="2686050" y="113233"/>
            <a:ext cx="6779767" cy="1122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4500">
            <a:spAutoFit/>
          </a:bodyPr>
          <a:lstStyle/>
          <a:p>
            <a:pPr indent="0" lvl="0" marL="15735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Box Model</a:t>
            </a:r>
            <a:endParaRPr/>
          </a:p>
        </p:txBody>
      </p:sp>
      <p:pic>
        <p:nvPicPr>
          <p:cNvPr id="248" name="Google Shape;24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371" y="6178581"/>
            <a:ext cx="1345101" cy="423552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0"/>
          <p:cNvSpPr txBox="1"/>
          <p:nvPr/>
        </p:nvSpPr>
        <p:spPr>
          <a:xfrm>
            <a:off x="769416" y="1328166"/>
            <a:ext cx="10784205" cy="1671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006FC0"/>
                </a:solidFill>
                <a:latin typeface="Arial"/>
                <a:ea typeface="Arial"/>
                <a:cs typeface="Arial"/>
                <a:sym typeface="Arial"/>
              </a:rPr>
              <a:t>A CSS box model is a compartment that includes numerous assets, such as edge, border, padding and material. It is used to develop the design and structure of a web page. It can be used as a set of tools to personalize the layout of different components. According to the CSS box model, the web browser supplies each element as a square prism.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0" name="Google Shape;250;p20"/>
          <p:cNvGrpSpPr/>
          <p:nvPr/>
        </p:nvGrpSpPr>
        <p:grpSpPr>
          <a:xfrm>
            <a:off x="4651540" y="3380088"/>
            <a:ext cx="4953563" cy="2975614"/>
            <a:chOff x="4651540" y="3380088"/>
            <a:chExt cx="4953563" cy="2975614"/>
          </a:xfrm>
        </p:grpSpPr>
        <p:sp>
          <p:nvSpPr>
            <p:cNvPr id="251" name="Google Shape;251;p20"/>
            <p:cNvSpPr/>
            <p:nvPr/>
          </p:nvSpPr>
          <p:spPr>
            <a:xfrm>
              <a:off x="5639521" y="4039967"/>
              <a:ext cx="3304540" cy="1320800"/>
            </a:xfrm>
            <a:custGeom>
              <a:rect b="b" l="l" r="r" t="t"/>
              <a:pathLst>
                <a:path extrusionOk="0" h="1320800" w="3304540">
                  <a:moveTo>
                    <a:pt x="3303968" y="0"/>
                  </a:moveTo>
                  <a:lnTo>
                    <a:pt x="0" y="0"/>
                  </a:lnTo>
                  <a:lnTo>
                    <a:pt x="0" y="1320291"/>
                  </a:lnTo>
                  <a:lnTo>
                    <a:pt x="3303968" y="1320291"/>
                  </a:lnTo>
                  <a:lnTo>
                    <a:pt x="3303968" y="0"/>
                  </a:lnTo>
                  <a:close/>
                </a:path>
              </a:pathLst>
            </a:custGeom>
            <a:solidFill>
              <a:srgbClr val="F5FB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2" name="Google Shape;252;p20"/>
            <p:cNvSpPr/>
            <p:nvPr/>
          </p:nvSpPr>
          <p:spPr>
            <a:xfrm>
              <a:off x="5970087" y="4370173"/>
              <a:ext cx="2643505" cy="660400"/>
            </a:xfrm>
            <a:custGeom>
              <a:rect b="b" l="l" r="r" t="t"/>
              <a:pathLst>
                <a:path extrusionOk="0" h="660400" w="2643504">
                  <a:moveTo>
                    <a:pt x="2643458" y="0"/>
                  </a:moveTo>
                  <a:lnTo>
                    <a:pt x="0" y="0"/>
                  </a:lnTo>
                  <a:lnTo>
                    <a:pt x="0" y="659879"/>
                  </a:lnTo>
                  <a:lnTo>
                    <a:pt x="2643458" y="659879"/>
                  </a:lnTo>
                  <a:lnTo>
                    <a:pt x="2643458" y="0"/>
                  </a:lnTo>
                  <a:close/>
                </a:path>
              </a:pathLst>
            </a:custGeom>
            <a:solidFill>
              <a:srgbClr val="66C4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3" name="Google Shape;253;p20"/>
            <p:cNvSpPr/>
            <p:nvPr/>
          </p:nvSpPr>
          <p:spPr>
            <a:xfrm>
              <a:off x="4977858" y="3380088"/>
              <a:ext cx="4627245" cy="2641600"/>
            </a:xfrm>
            <a:custGeom>
              <a:rect b="b" l="l" r="r" t="t"/>
              <a:pathLst>
                <a:path extrusionOk="0" h="2641600" w="4627245">
                  <a:moveTo>
                    <a:pt x="4547625" y="0"/>
                  </a:moveTo>
                  <a:lnTo>
                    <a:pt x="4508145" y="0"/>
                  </a:lnTo>
                  <a:lnTo>
                    <a:pt x="4508145" y="6380"/>
                  </a:lnTo>
                  <a:lnTo>
                    <a:pt x="4547625" y="6380"/>
                  </a:lnTo>
                  <a:lnTo>
                    <a:pt x="4547625" y="0"/>
                  </a:lnTo>
                  <a:close/>
                </a:path>
                <a:path extrusionOk="0" h="2641600" w="4627245">
                  <a:moveTo>
                    <a:pt x="4468222" y="0"/>
                  </a:moveTo>
                  <a:lnTo>
                    <a:pt x="4428299" y="0"/>
                  </a:lnTo>
                  <a:lnTo>
                    <a:pt x="4428299" y="6380"/>
                  </a:lnTo>
                  <a:lnTo>
                    <a:pt x="4468222" y="6380"/>
                  </a:lnTo>
                  <a:lnTo>
                    <a:pt x="4468222" y="0"/>
                  </a:lnTo>
                  <a:close/>
                </a:path>
                <a:path extrusionOk="0" h="2641600" w="4627245">
                  <a:moveTo>
                    <a:pt x="4388819" y="0"/>
                  </a:moveTo>
                  <a:lnTo>
                    <a:pt x="4348896" y="0"/>
                  </a:lnTo>
                  <a:lnTo>
                    <a:pt x="4348896" y="6380"/>
                  </a:lnTo>
                  <a:lnTo>
                    <a:pt x="4388819" y="6380"/>
                  </a:lnTo>
                  <a:lnTo>
                    <a:pt x="4388819" y="0"/>
                  </a:lnTo>
                  <a:close/>
                </a:path>
                <a:path extrusionOk="0" h="2641600" w="4627245">
                  <a:moveTo>
                    <a:pt x="4309416" y="0"/>
                  </a:moveTo>
                  <a:lnTo>
                    <a:pt x="4269492" y="0"/>
                  </a:lnTo>
                  <a:lnTo>
                    <a:pt x="4269492" y="6380"/>
                  </a:lnTo>
                  <a:lnTo>
                    <a:pt x="4309416" y="6380"/>
                  </a:lnTo>
                  <a:lnTo>
                    <a:pt x="4309416" y="0"/>
                  </a:lnTo>
                  <a:close/>
                </a:path>
                <a:path extrusionOk="0" h="2641600" w="4627245">
                  <a:moveTo>
                    <a:pt x="4230456" y="0"/>
                  </a:moveTo>
                  <a:lnTo>
                    <a:pt x="4190533" y="0"/>
                  </a:lnTo>
                  <a:lnTo>
                    <a:pt x="4190533" y="6380"/>
                  </a:lnTo>
                  <a:lnTo>
                    <a:pt x="4230456" y="6380"/>
                  </a:lnTo>
                  <a:lnTo>
                    <a:pt x="4230456" y="0"/>
                  </a:lnTo>
                  <a:close/>
                </a:path>
                <a:path extrusionOk="0" h="2641600" w="4627245">
                  <a:moveTo>
                    <a:pt x="4151053" y="0"/>
                  </a:moveTo>
                  <a:lnTo>
                    <a:pt x="4111130" y="0"/>
                  </a:lnTo>
                  <a:lnTo>
                    <a:pt x="4111130" y="6380"/>
                  </a:lnTo>
                  <a:lnTo>
                    <a:pt x="4151053" y="6380"/>
                  </a:lnTo>
                  <a:lnTo>
                    <a:pt x="4151053" y="0"/>
                  </a:lnTo>
                  <a:close/>
                </a:path>
                <a:path extrusionOk="0" h="2641600" w="4627245">
                  <a:moveTo>
                    <a:pt x="4071650" y="0"/>
                  </a:moveTo>
                  <a:lnTo>
                    <a:pt x="4031727" y="0"/>
                  </a:lnTo>
                  <a:lnTo>
                    <a:pt x="4031727" y="6380"/>
                  </a:lnTo>
                  <a:lnTo>
                    <a:pt x="4071650" y="6380"/>
                  </a:lnTo>
                  <a:lnTo>
                    <a:pt x="4071650" y="0"/>
                  </a:lnTo>
                  <a:close/>
                </a:path>
                <a:path extrusionOk="0" h="2641600" w="4627245">
                  <a:moveTo>
                    <a:pt x="3992247" y="0"/>
                  </a:moveTo>
                  <a:lnTo>
                    <a:pt x="3952323" y="0"/>
                  </a:lnTo>
                  <a:lnTo>
                    <a:pt x="3952323" y="6380"/>
                  </a:lnTo>
                  <a:lnTo>
                    <a:pt x="3992247" y="6380"/>
                  </a:lnTo>
                  <a:lnTo>
                    <a:pt x="3992247" y="0"/>
                  </a:lnTo>
                  <a:close/>
                </a:path>
                <a:path extrusionOk="0" h="2641600" w="4627245">
                  <a:moveTo>
                    <a:pt x="3912844" y="0"/>
                  </a:moveTo>
                  <a:lnTo>
                    <a:pt x="3872920" y="0"/>
                  </a:lnTo>
                  <a:lnTo>
                    <a:pt x="3872920" y="6380"/>
                  </a:lnTo>
                  <a:lnTo>
                    <a:pt x="3912844" y="6380"/>
                  </a:lnTo>
                  <a:lnTo>
                    <a:pt x="3912844" y="0"/>
                  </a:lnTo>
                  <a:close/>
                </a:path>
                <a:path extrusionOk="0" h="2641600" w="4627245">
                  <a:moveTo>
                    <a:pt x="3833884" y="0"/>
                  </a:moveTo>
                  <a:lnTo>
                    <a:pt x="3793961" y="0"/>
                  </a:lnTo>
                  <a:lnTo>
                    <a:pt x="3793961" y="6380"/>
                  </a:lnTo>
                  <a:lnTo>
                    <a:pt x="3833884" y="6380"/>
                  </a:lnTo>
                  <a:lnTo>
                    <a:pt x="3833884" y="0"/>
                  </a:lnTo>
                  <a:close/>
                </a:path>
                <a:path extrusionOk="0" h="2641600" w="4627245">
                  <a:moveTo>
                    <a:pt x="3754481" y="0"/>
                  </a:moveTo>
                  <a:lnTo>
                    <a:pt x="3714558" y="0"/>
                  </a:lnTo>
                  <a:lnTo>
                    <a:pt x="3714558" y="6380"/>
                  </a:lnTo>
                  <a:lnTo>
                    <a:pt x="3754481" y="6380"/>
                  </a:lnTo>
                  <a:lnTo>
                    <a:pt x="3754481" y="0"/>
                  </a:lnTo>
                  <a:close/>
                </a:path>
                <a:path extrusionOk="0" h="2641600" w="4627245">
                  <a:moveTo>
                    <a:pt x="3675078" y="0"/>
                  </a:moveTo>
                  <a:lnTo>
                    <a:pt x="3635155" y="0"/>
                  </a:lnTo>
                  <a:lnTo>
                    <a:pt x="3635155" y="6380"/>
                  </a:lnTo>
                  <a:lnTo>
                    <a:pt x="3675078" y="6380"/>
                  </a:lnTo>
                  <a:lnTo>
                    <a:pt x="3675078" y="0"/>
                  </a:lnTo>
                  <a:close/>
                </a:path>
                <a:path extrusionOk="0" h="2641600" w="4627245">
                  <a:moveTo>
                    <a:pt x="3595764" y="0"/>
                  </a:moveTo>
                  <a:lnTo>
                    <a:pt x="3555840" y="0"/>
                  </a:lnTo>
                  <a:lnTo>
                    <a:pt x="3555840" y="6380"/>
                  </a:lnTo>
                  <a:lnTo>
                    <a:pt x="3595764" y="6380"/>
                  </a:lnTo>
                  <a:lnTo>
                    <a:pt x="3595764" y="0"/>
                  </a:lnTo>
                  <a:close/>
                </a:path>
                <a:path extrusionOk="0" h="2641600" w="4627245">
                  <a:moveTo>
                    <a:pt x="3516449" y="0"/>
                  </a:moveTo>
                  <a:lnTo>
                    <a:pt x="3476526" y="0"/>
                  </a:lnTo>
                  <a:lnTo>
                    <a:pt x="3476526" y="6380"/>
                  </a:lnTo>
                  <a:lnTo>
                    <a:pt x="3516449" y="6380"/>
                  </a:lnTo>
                  <a:lnTo>
                    <a:pt x="3516449" y="0"/>
                  </a:lnTo>
                  <a:close/>
                </a:path>
                <a:path extrusionOk="0" h="2641600" w="4627245">
                  <a:moveTo>
                    <a:pt x="3437135" y="0"/>
                  </a:moveTo>
                  <a:lnTo>
                    <a:pt x="3397744" y="0"/>
                  </a:lnTo>
                  <a:lnTo>
                    <a:pt x="3397744" y="6380"/>
                  </a:lnTo>
                  <a:lnTo>
                    <a:pt x="3437667" y="6380"/>
                  </a:lnTo>
                  <a:lnTo>
                    <a:pt x="3437135" y="0"/>
                  </a:lnTo>
                  <a:close/>
                </a:path>
                <a:path extrusionOk="0" h="2641600" w="4627245">
                  <a:moveTo>
                    <a:pt x="3357820" y="0"/>
                  </a:moveTo>
                  <a:lnTo>
                    <a:pt x="3317897" y="0"/>
                  </a:lnTo>
                  <a:lnTo>
                    <a:pt x="3317897" y="6380"/>
                  </a:lnTo>
                  <a:lnTo>
                    <a:pt x="3357820" y="6380"/>
                  </a:lnTo>
                  <a:lnTo>
                    <a:pt x="3357820" y="0"/>
                  </a:lnTo>
                  <a:close/>
                </a:path>
                <a:path extrusionOk="0" h="2641600" w="4627245">
                  <a:moveTo>
                    <a:pt x="3278506" y="0"/>
                  </a:moveTo>
                  <a:lnTo>
                    <a:pt x="3238583" y="0"/>
                  </a:lnTo>
                  <a:lnTo>
                    <a:pt x="3238583" y="6380"/>
                  </a:lnTo>
                  <a:lnTo>
                    <a:pt x="3278506" y="6380"/>
                  </a:lnTo>
                  <a:lnTo>
                    <a:pt x="3278506" y="0"/>
                  </a:lnTo>
                  <a:close/>
                </a:path>
                <a:path extrusionOk="0" h="2641600" w="4627245">
                  <a:moveTo>
                    <a:pt x="3199191" y="0"/>
                  </a:moveTo>
                  <a:lnTo>
                    <a:pt x="3159268" y="0"/>
                  </a:lnTo>
                  <a:lnTo>
                    <a:pt x="3159268" y="6380"/>
                  </a:lnTo>
                  <a:lnTo>
                    <a:pt x="3199191" y="6380"/>
                  </a:lnTo>
                  <a:lnTo>
                    <a:pt x="3199191" y="0"/>
                  </a:lnTo>
                  <a:close/>
                </a:path>
                <a:path extrusionOk="0" h="2641600" w="4627245">
                  <a:moveTo>
                    <a:pt x="3119877" y="0"/>
                  </a:moveTo>
                  <a:lnTo>
                    <a:pt x="3079954" y="0"/>
                  </a:lnTo>
                  <a:lnTo>
                    <a:pt x="3079954" y="6380"/>
                  </a:lnTo>
                  <a:lnTo>
                    <a:pt x="3119877" y="6380"/>
                  </a:lnTo>
                  <a:lnTo>
                    <a:pt x="3119877" y="0"/>
                  </a:lnTo>
                  <a:close/>
                </a:path>
                <a:path extrusionOk="0" h="2641600" w="4627245">
                  <a:moveTo>
                    <a:pt x="3040563" y="0"/>
                  </a:moveTo>
                  <a:lnTo>
                    <a:pt x="3000639" y="0"/>
                  </a:lnTo>
                  <a:lnTo>
                    <a:pt x="3000639" y="6380"/>
                  </a:lnTo>
                  <a:lnTo>
                    <a:pt x="3040563" y="6380"/>
                  </a:lnTo>
                  <a:lnTo>
                    <a:pt x="3040563" y="0"/>
                  </a:lnTo>
                  <a:close/>
                </a:path>
                <a:path extrusionOk="0" h="2641600" w="4627245">
                  <a:moveTo>
                    <a:pt x="2961248" y="0"/>
                  </a:moveTo>
                  <a:lnTo>
                    <a:pt x="2921325" y="0"/>
                  </a:lnTo>
                  <a:lnTo>
                    <a:pt x="2921325" y="6380"/>
                  </a:lnTo>
                  <a:lnTo>
                    <a:pt x="2961248" y="6380"/>
                  </a:lnTo>
                  <a:lnTo>
                    <a:pt x="2961248" y="0"/>
                  </a:lnTo>
                  <a:close/>
                </a:path>
                <a:path extrusionOk="0" h="2641600" w="4627245">
                  <a:moveTo>
                    <a:pt x="2881934" y="0"/>
                  </a:moveTo>
                  <a:lnTo>
                    <a:pt x="2842010" y="0"/>
                  </a:lnTo>
                  <a:lnTo>
                    <a:pt x="2842010" y="6380"/>
                  </a:lnTo>
                  <a:lnTo>
                    <a:pt x="2881934" y="6380"/>
                  </a:lnTo>
                  <a:lnTo>
                    <a:pt x="2881934" y="0"/>
                  </a:lnTo>
                  <a:close/>
                </a:path>
                <a:path extrusionOk="0" h="2641600" w="4627245">
                  <a:moveTo>
                    <a:pt x="2802619" y="0"/>
                  </a:moveTo>
                  <a:lnTo>
                    <a:pt x="2762696" y="0"/>
                  </a:lnTo>
                  <a:lnTo>
                    <a:pt x="2762696" y="6380"/>
                  </a:lnTo>
                  <a:lnTo>
                    <a:pt x="2802619" y="6380"/>
                  </a:lnTo>
                  <a:lnTo>
                    <a:pt x="2802619" y="0"/>
                  </a:lnTo>
                  <a:close/>
                </a:path>
                <a:path extrusionOk="0" h="2641600" w="4627245">
                  <a:moveTo>
                    <a:pt x="2723305" y="0"/>
                  </a:moveTo>
                  <a:lnTo>
                    <a:pt x="2683914" y="0"/>
                  </a:lnTo>
                  <a:lnTo>
                    <a:pt x="2683914" y="6380"/>
                  </a:lnTo>
                  <a:lnTo>
                    <a:pt x="2723837" y="6380"/>
                  </a:lnTo>
                  <a:lnTo>
                    <a:pt x="2723305" y="0"/>
                  </a:lnTo>
                  <a:close/>
                </a:path>
                <a:path extrusionOk="0" h="2641600" w="4627245">
                  <a:moveTo>
                    <a:pt x="2643991" y="0"/>
                  </a:moveTo>
                  <a:lnTo>
                    <a:pt x="2604600" y="0"/>
                  </a:lnTo>
                  <a:lnTo>
                    <a:pt x="2604600" y="6380"/>
                  </a:lnTo>
                  <a:lnTo>
                    <a:pt x="2644523" y="6380"/>
                  </a:lnTo>
                  <a:lnTo>
                    <a:pt x="2643991" y="0"/>
                  </a:lnTo>
                  <a:close/>
                </a:path>
                <a:path extrusionOk="0" h="2641600" w="4627245">
                  <a:moveTo>
                    <a:pt x="2564676" y="0"/>
                  </a:moveTo>
                  <a:lnTo>
                    <a:pt x="2525285" y="0"/>
                  </a:lnTo>
                  <a:lnTo>
                    <a:pt x="2525285" y="6380"/>
                  </a:lnTo>
                  <a:lnTo>
                    <a:pt x="2565209" y="6380"/>
                  </a:lnTo>
                  <a:lnTo>
                    <a:pt x="2564676" y="0"/>
                  </a:lnTo>
                  <a:close/>
                </a:path>
                <a:path extrusionOk="0" h="2641600" w="4627245">
                  <a:moveTo>
                    <a:pt x="2485362" y="0"/>
                  </a:moveTo>
                  <a:lnTo>
                    <a:pt x="2445438" y="0"/>
                  </a:lnTo>
                  <a:lnTo>
                    <a:pt x="2445438" y="6380"/>
                  </a:lnTo>
                  <a:lnTo>
                    <a:pt x="2485362" y="6380"/>
                  </a:lnTo>
                  <a:lnTo>
                    <a:pt x="2485362" y="0"/>
                  </a:lnTo>
                  <a:close/>
                </a:path>
                <a:path extrusionOk="0" h="2641600" w="4627245">
                  <a:moveTo>
                    <a:pt x="2406047" y="0"/>
                  </a:moveTo>
                  <a:lnTo>
                    <a:pt x="2366124" y="0"/>
                  </a:lnTo>
                  <a:lnTo>
                    <a:pt x="2366124" y="6380"/>
                  </a:lnTo>
                  <a:lnTo>
                    <a:pt x="2406047" y="6380"/>
                  </a:lnTo>
                  <a:lnTo>
                    <a:pt x="2406047" y="0"/>
                  </a:lnTo>
                  <a:close/>
                </a:path>
                <a:path extrusionOk="0" h="2641600" w="4627245">
                  <a:moveTo>
                    <a:pt x="2326733" y="0"/>
                  </a:moveTo>
                  <a:lnTo>
                    <a:pt x="2286810" y="0"/>
                  </a:lnTo>
                  <a:lnTo>
                    <a:pt x="2286810" y="6380"/>
                  </a:lnTo>
                  <a:lnTo>
                    <a:pt x="2326733" y="6380"/>
                  </a:lnTo>
                  <a:lnTo>
                    <a:pt x="2326733" y="0"/>
                  </a:lnTo>
                  <a:close/>
                </a:path>
                <a:path extrusionOk="0" h="2641600" w="4627245">
                  <a:moveTo>
                    <a:pt x="2247951" y="0"/>
                  </a:moveTo>
                  <a:lnTo>
                    <a:pt x="2207495" y="0"/>
                  </a:lnTo>
                  <a:lnTo>
                    <a:pt x="2207495" y="6380"/>
                  </a:lnTo>
                  <a:lnTo>
                    <a:pt x="2247951" y="6380"/>
                  </a:lnTo>
                  <a:lnTo>
                    <a:pt x="2247951" y="0"/>
                  </a:lnTo>
                  <a:close/>
                </a:path>
                <a:path extrusionOk="0" h="2641600" w="4627245">
                  <a:moveTo>
                    <a:pt x="2168104" y="0"/>
                  </a:moveTo>
                  <a:lnTo>
                    <a:pt x="2128181" y="0"/>
                  </a:lnTo>
                  <a:lnTo>
                    <a:pt x="2128181" y="6380"/>
                  </a:lnTo>
                  <a:lnTo>
                    <a:pt x="2168104" y="6380"/>
                  </a:lnTo>
                  <a:lnTo>
                    <a:pt x="2168104" y="0"/>
                  </a:lnTo>
                  <a:close/>
                </a:path>
                <a:path extrusionOk="0" h="2641600" w="4627245">
                  <a:moveTo>
                    <a:pt x="2088790" y="0"/>
                  </a:moveTo>
                  <a:lnTo>
                    <a:pt x="2048866" y="0"/>
                  </a:lnTo>
                  <a:lnTo>
                    <a:pt x="2048866" y="6380"/>
                  </a:lnTo>
                  <a:lnTo>
                    <a:pt x="2088790" y="6380"/>
                  </a:lnTo>
                  <a:lnTo>
                    <a:pt x="2088790" y="0"/>
                  </a:lnTo>
                  <a:close/>
                </a:path>
                <a:path extrusionOk="0" h="2641600" w="4627245">
                  <a:moveTo>
                    <a:pt x="2009475" y="0"/>
                  </a:moveTo>
                  <a:lnTo>
                    <a:pt x="1969552" y="0"/>
                  </a:lnTo>
                  <a:lnTo>
                    <a:pt x="1969552" y="6380"/>
                  </a:lnTo>
                  <a:lnTo>
                    <a:pt x="2009475" y="6380"/>
                  </a:lnTo>
                  <a:lnTo>
                    <a:pt x="2009475" y="0"/>
                  </a:lnTo>
                  <a:close/>
                </a:path>
                <a:path extrusionOk="0" h="2641600" w="4627245">
                  <a:moveTo>
                    <a:pt x="1930161" y="0"/>
                  </a:moveTo>
                  <a:lnTo>
                    <a:pt x="1890238" y="0"/>
                  </a:lnTo>
                  <a:lnTo>
                    <a:pt x="1890238" y="6380"/>
                  </a:lnTo>
                  <a:lnTo>
                    <a:pt x="1930161" y="6380"/>
                  </a:lnTo>
                  <a:lnTo>
                    <a:pt x="1930161" y="0"/>
                  </a:lnTo>
                  <a:close/>
                </a:path>
                <a:path extrusionOk="0" h="2641600" w="4627245">
                  <a:moveTo>
                    <a:pt x="1850847" y="0"/>
                  </a:moveTo>
                  <a:lnTo>
                    <a:pt x="1811455" y="0"/>
                  </a:lnTo>
                  <a:lnTo>
                    <a:pt x="1811455" y="6380"/>
                  </a:lnTo>
                  <a:lnTo>
                    <a:pt x="1851379" y="6380"/>
                  </a:lnTo>
                  <a:lnTo>
                    <a:pt x="1850847" y="0"/>
                  </a:lnTo>
                  <a:close/>
                </a:path>
                <a:path extrusionOk="0" h="2641600" w="4627245">
                  <a:moveTo>
                    <a:pt x="1771532" y="0"/>
                  </a:moveTo>
                  <a:lnTo>
                    <a:pt x="1731609" y="0"/>
                  </a:lnTo>
                  <a:lnTo>
                    <a:pt x="1731609" y="6380"/>
                  </a:lnTo>
                  <a:lnTo>
                    <a:pt x="1771532" y="6380"/>
                  </a:lnTo>
                  <a:lnTo>
                    <a:pt x="1771532" y="0"/>
                  </a:lnTo>
                  <a:close/>
                </a:path>
                <a:path extrusionOk="0" h="2641600" w="4627245">
                  <a:moveTo>
                    <a:pt x="1692218" y="0"/>
                  </a:moveTo>
                  <a:lnTo>
                    <a:pt x="1652294" y="0"/>
                  </a:lnTo>
                  <a:lnTo>
                    <a:pt x="1652294" y="6380"/>
                  </a:lnTo>
                  <a:lnTo>
                    <a:pt x="1692218" y="6380"/>
                  </a:lnTo>
                  <a:lnTo>
                    <a:pt x="1692218" y="0"/>
                  </a:lnTo>
                  <a:close/>
                </a:path>
                <a:path extrusionOk="0" h="2641600" w="4627245">
                  <a:moveTo>
                    <a:pt x="1612903" y="0"/>
                  </a:moveTo>
                  <a:lnTo>
                    <a:pt x="1572980" y="0"/>
                  </a:lnTo>
                  <a:lnTo>
                    <a:pt x="1572980" y="6380"/>
                  </a:lnTo>
                  <a:lnTo>
                    <a:pt x="1612903" y="6380"/>
                  </a:lnTo>
                  <a:lnTo>
                    <a:pt x="1612903" y="0"/>
                  </a:lnTo>
                  <a:close/>
                </a:path>
                <a:path extrusionOk="0" h="2641600" w="4627245">
                  <a:moveTo>
                    <a:pt x="1533589" y="0"/>
                  </a:moveTo>
                  <a:lnTo>
                    <a:pt x="1493666" y="0"/>
                  </a:lnTo>
                  <a:lnTo>
                    <a:pt x="1493666" y="6380"/>
                  </a:lnTo>
                  <a:lnTo>
                    <a:pt x="1533589" y="6380"/>
                  </a:lnTo>
                  <a:lnTo>
                    <a:pt x="1533589" y="0"/>
                  </a:lnTo>
                  <a:close/>
                </a:path>
                <a:path extrusionOk="0" h="2641600" w="4627245">
                  <a:moveTo>
                    <a:pt x="1454807" y="0"/>
                  </a:moveTo>
                  <a:lnTo>
                    <a:pt x="1414351" y="0"/>
                  </a:lnTo>
                  <a:lnTo>
                    <a:pt x="1414351" y="6380"/>
                  </a:lnTo>
                  <a:lnTo>
                    <a:pt x="1454807" y="6380"/>
                  </a:lnTo>
                  <a:lnTo>
                    <a:pt x="1454807" y="0"/>
                  </a:lnTo>
                  <a:close/>
                </a:path>
                <a:path extrusionOk="0" h="2641600" w="4627245">
                  <a:moveTo>
                    <a:pt x="1374960" y="0"/>
                  </a:moveTo>
                  <a:lnTo>
                    <a:pt x="1335037" y="0"/>
                  </a:lnTo>
                  <a:lnTo>
                    <a:pt x="1335037" y="6380"/>
                  </a:lnTo>
                  <a:lnTo>
                    <a:pt x="1374960" y="6380"/>
                  </a:lnTo>
                  <a:lnTo>
                    <a:pt x="1374960" y="0"/>
                  </a:lnTo>
                  <a:close/>
                </a:path>
                <a:path extrusionOk="0" h="2641600" w="4627245">
                  <a:moveTo>
                    <a:pt x="1295646" y="0"/>
                  </a:moveTo>
                  <a:lnTo>
                    <a:pt x="1255722" y="0"/>
                  </a:lnTo>
                  <a:lnTo>
                    <a:pt x="1255722" y="6380"/>
                  </a:lnTo>
                  <a:lnTo>
                    <a:pt x="1295646" y="6380"/>
                  </a:lnTo>
                  <a:lnTo>
                    <a:pt x="1295646" y="0"/>
                  </a:lnTo>
                  <a:close/>
                </a:path>
                <a:path extrusionOk="0" h="2641600" w="4627245">
                  <a:moveTo>
                    <a:pt x="1216331" y="0"/>
                  </a:moveTo>
                  <a:lnTo>
                    <a:pt x="1176408" y="0"/>
                  </a:lnTo>
                  <a:lnTo>
                    <a:pt x="1176408" y="6380"/>
                  </a:lnTo>
                  <a:lnTo>
                    <a:pt x="1216331" y="6380"/>
                  </a:lnTo>
                  <a:lnTo>
                    <a:pt x="1216331" y="0"/>
                  </a:lnTo>
                  <a:close/>
                </a:path>
                <a:path extrusionOk="0" h="2641600" w="4627245">
                  <a:moveTo>
                    <a:pt x="1138081" y="0"/>
                  </a:moveTo>
                  <a:lnTo>
                    <a:pt x="1098158" y="0"/>
                  </a:lnTo>
                  <a:lnTo>
                    <a:pt x="1098158" y="6380"/>
                  </a:lnTo>
                  <a:lnTo>
                    <a:pt x="1138081" y="6380"/>
                  </a:lnTo>
                  <a:lnTo>
                    <a:pt x="1138081" y="0"/>
                  </a:lnTo>
                  <a:close/>
                </a:path>
                <a:path extrusionOk="0" h="2641600" w="4627245">
                  <a:moveTo>
                    <a:pt x="1057702" y="0"/>
                  </a:moveTo>
                  <a:lnTo>
                    <a:pt x="1017779" y="0"/>
                  </a:lnTo>
                  <a:lnTo>
                    <a:pt x="1017779" y="6380"/>
                  </a:lnTo>
                  <a:lnTo>
                    <a:pt x="1057702" y="6380"/>
                  </a:lnTo>
                  <a:lnTo>
                    <a:pt x="1057702" y="0"/>
                  </a:lnTo>
                  <a:close/>
                </a:path>
                <a:path extrusionOk="0" h="2641600" w="4627245">
                  <a:moveTo>
                    <a:pt x="978388" y="0"/>
                  </a:moveTo>
                  <a:lnTo>
                    <a:pt x="938465" y="0"/>
                  </a:lnTo>
                  <a:lnTo>
                    <a:pt x="938465" y="6380"/>
                  </a:lnTo>
                  <a:lnTo>
                    <a:pt x="978388" y="6380"/>
                  </a:lnTo>
                  <a:lnTo>
                    <a:pt x="978388" y="0"/>
                  </a:lnTo>
                  <a:close/>
                </a:path>
                <a:path extrusionOk="0" h="2641600" w="4627245">
                  <a:moveTo>
                    <a:pt x="899074" y="0"/>
                  </a:moveTo>
                  <a:lnTo>
                    <a:pt x="859150" y="0"/>
                  </a:lnTo>
                  <a:lnTo>
                    <a:pt x="859150" y="6380"/>
                  </a:lnTo>
                  <a:lnTo>
                    <a:pt x="899074" y="6380"/>
                  </a:lnTo>
                  <a:lnTo>
                    <a:pt x="899074" y="0"/>
                  </a:lnTo>
                  <a:close/>
                </a:path>
                <a:path extrusionOk="0" h="2641600" w="4627245">
                  <a:moveTo>
                    <a:pt x="819759" y="0"/>
                  </a:moveTo>
                  <a:lnTo>
                    <a:pt x="779836" y="0"/>
                  </a:lnTo>
                  <a:lnTo>
                    <a:pt x="779836" y="6380"/>
                  </a:lnTo>
                  <a:lnTo>
                    <a:pt x="819759" y="6380"/>
                  </a:lnTo>
                  <a:lnTo>
                    <a:pt x="819759" y="0"/>
                  </a:lnTo>
                  <a:close/>
                </a:path>
                <a:path extrusionOk="0" h="2641600" w="4627245">
                  <a:moveTo>
                    <a:pt x="740445" y="0"/>
                  </a:moveTo>
                  <a:lnTo>
                    <a:pt x="700521" y="0"/>
                  </a:lnTo>
                  <a:lnTo>
                    <a:pt x="700521" y="6380"/>
                  </a:lnTo>
                  <a:lnTo>
                    <a:pt x="740445" y="6380"/>
                  </a:lnTo>
                  <a:lnTo>
                    <a:pt x="740445" y="0"/>
                  </a:lnTo>
                  <a:close/>
                </a:path>
                <a:path extrusionOk="0" h="2641600" w="4627245">
                  <a:moveTo>
                    <a:pt x="661663" y="0"/>
                  </a:moveTo>
                  <a:lnTo>
                    <a:pt x="621207" y="0"/>
                  </a:lnTo>
                  <a:lnTo>
                    <a:pt x="621207" y="6380"/>
                  </a:lnTo>
                  <a:lnTo>
                    <a:pt x="661663" y="6380"/>
                  </a:lnTo>
                  <a:lnTo>
                    <a:pt x="661663" y="0"/>
                  </a:lnTo>
                  <a:close/>
                </a:path>
                <a:path extrusionOk="0" h="2641600" w="4627245">
                  <a:moveTo>
                    <a:pt x="581816" y="0"/>
                  </a:moveTo>
                  <a:lnTo>
                    <a:pt x="541893" y="0"/>
                  </a:lnTo>
                  <a:lnTo>
                    <a:pt x="541893" y="6380"/>
                  </a:lnTo>
                  <a:lnTo>
                    <a:pt x="581816" y="6380"/>
                  </a:lnTo>
                  <a:lnTo>
                    <a:pt x="581816" y="0"/>
                  </a:lnTo>
                  <a:close/>
                </a:path>
                <a:path extrusionOk="0" h="2641600" w="4627245">
                  <a:moveTo>
                    <a:pt x="502502" y="0"/>
                  </a:moveTo>
                  <a:lnTo>
                    <a:pt x="462578" y="0"/>
                  </a:lnTo>
                  <a:lnTo>
                    <a:pt x="462578" y="6380"/>
                  </a:lnTo>
                  <a:lnTo>
                    <a:pt x="502502" y="6380"/>
                  </a:lnTo>
                  <a:lnTo>
                    <a:pt x="502502" y="0"/>
                  </a:lnTo>
                  <a:close/>
                </a:path>
                <a:path extrusionOk="0" h="2641600" w="4627245">
                  <a:moveTo>
                    <a:pt x="423187" y="0"/>
                  </a:moveTo>
                  <a:lnTo>
                    <a:pt x="383796" y="0"/>
                  </a:lnTo>
                  <a:lnTo>
                    <a:pt x="383796" y="6380"/>
                  </a:lnTo>
                  <a:lnTo>
                    <a:pt x="423187" y="6380"/>
                  </a:lnTo>
                  <a:lnTo>
                    <a:pt x="423187" y="0"/>
                  </a:lnTo>
                  <a:close/>
                </a:path>
                <a:path extrusionOk="0" h="2641600" w="4627245">
                  <a:moveTo>
                    <a:pt x="344405" y="0"/>
                  </a:moveTo>
                  <a:lnTo>
                    <a:pt x="305014" y="0"/>
                  </a:lnTo>
                  <a:lnTo>
                    <a:pt x="305014" y="6380"/>
                  </a:lnTo>
                  <a:lnTo>
                    <a:pt x="344405" y="6380"/>
                  </a:lnTo>
                  <a:lnTo>
                    <a:pt x="344405" y="0"/>
                  </a:lnTo>
                  <a:close/>
                </a:path>
                <a:path extrusionOk="0" h="2641600" w="4627245">
                  <a:moveTo>
                    <a:pt x="265091" y="0"/>
                  </a:moveTo>
                  <a:lnTo>
                    <a:pt x="225700" y="0"/>
                  </a:lnTo>
                  <a:lnTo>
                    <a:pt x="225700" y="6380"/>
                  </a:lnTo>
                  <a:lnTo>
                    <a:pt x="265091" y="6380"/>
                  </a:lnTo>
                  <a:lnTo>
                    <a:pt x="265091" y="0"/>
                  </a:lnTo>
                  <a:close/>
                </a:path>
                <a:path extrusionOk="0" h="2641600" w="4627245">
                  <a:moveTo>
                    <a:pt x="185776" y="0"/>
                  </a:moveTo>
                  <a:lnTo>
                    <a:pt x="146385" y="0"/>
                  </a:lnTo>
                  <a:lnTo>
                    <a:pt x="146385" y="6380"/>
                  </a:lnTo>
                  <a:lnTo>
                    <a:pt x="185776" y="6380"/>
                  </a:lnTo>
                  <a:lnTo>
                    <a:pt x="185776" y="0"/>
                  </a:lnTo>
                  <a:close/>
                </a:path>
                <a:path extrusionOk="0" h="2641600" w="4627245">
                  <a:moveTo>
                    <a:pt x="106462" y="0"/>
                  </a:moveTo>
                  <a:lnTo>
                    <a:pt x="67071" y="0"/>
                  </a:lnTo>
                  <a:lnTo>
                    <a:pt x="67071" y="6380"/>
                  </a:lnTo>
                  <a:lnTo>
                    <a:pt x="106462" y="6380"/>
                  </a:lnTo>
                  <a:lnTo>
                    <a:pt x="106462" y="0"/>
                  </a:lnTo>
                  <a:close/>
                </a:path>
                <a:path extrusionOk="0" h="2641600" w="4627245">
                  <a:moveTo>
                    <a:pt x="26615" y="0"/>
                  </a:moveTo>
                  <a:lnTo>
                    <a:pt x="0" y="0"/>
                  </a:lnTo>
                  <a:lnTo>
                    <a:pt x="0" y="12761"/>
                  </a:lnTo>
                  <a:lnTo>
                    <a:pt x="6387" y="12761"/>
                  </a:lnTo>
                  <a:lnTo>
                    <a:pt x="6387" y="6380"/>
                  </a:lnTo>
                  <a:lnTo>
                    <a:pt x="26083" y="6380"/>
                  </a:lnTo>
                  <a:lnTo>
                    <a:pt x="26615" y="0"/>
                  </a:lnTo>
                  <a:close/>
                </a:path>
                <a:path extrusionOk="0" h="2641600" w="4627245">
                  <a:moveTo>
                    <a:pt x="6920" y="52641"/>
                  </a:moveTo>
                  <a:lnTo>
                    <a:pt x="532" y="52641"/>
                  </a:lnTo>
                  <a:lnTo>
                    <a:pt x="532" y="91989"/>
                  </a:lnTo>
                  <a:lnTo>
                    <a:pt x="6920" y="91989"/>
                  </a:lnTo>
                  <a:lnTo>
                    <a:pt x="6920" y="52641"/>
                  </a:lnTo>
                  <a:close/>
                </a:path>
                <a:path extrusionOk="0" h="2641600" w="4627245">
                  <a:moveTo>
                    <a:pt x="6920" y="131869"/>
                  </a:moveTo>
                  <a:lnTo>
                    <a:pt x="532" y="131869"/>
                  </a:lnTo>
                  <a:lnTo>
                    <a:pt x="532" y="171217"/>
                  </a:lnTo>
                  <a:lnTo>
                    <a:pt x="6920" y="171217"/>
                  </a:lnTo>
                  <a:lnTo>
                    <a:pt x="6920" y="131869"/>
                  </a:lnTo>
                  <a:close/>
                </a:path>
                <a:path extrusionOk="0" h="2641600" w="4627245">
                  <a:moveTo>
                    <a:pt x="6920" y="211097"/>
                  </a:moveTo>
                  <a:lnTo>
                    <a:pt x="532" y="211097"/>
                  </a:lnTo>
                  <a:lnTo>
                    <a:pt x="532" y="250977"/>
                  </a:lnTo>
                  <a:lnTo>
                    <a:pt x="6920" y="250977"/>
                  </a:lnTo>
                  <a:lnTo>
                    <a:pt x="6920" y="211097"/>
                  </a:lnTo>
                  <a:close/>
                </a:path>
                <a:path extrusionOk="0" h="2641600" w="4627245">
                  <a:moveTo>
                    <a:pt x="6920" y="290325"/>
                  </a:moveTo>
                  <a:lnTo>
                    <a:pt x="532" y="290325"/>
                  </a:lnTo>
                  <a:lnTo>
                    <a:pt x="532" y="330205"/>
                  </a:lnTo>
                  <a:lnTo>
                    <a:pt x="6920" y="330205"/>
                  </a:lnTo>
                  <a:lnTo>
                    <a:pt x="6920" y="290325"/>
                  </a:lnTo>
                  <a:close/>
                </a:path>
                <a:path extrusionOk="0" h="2641600" w="4627245">
                  <a:moveTo>
                    <a:pt x="6920" y="369553"/>
                  </a:moveTo>
                  <a:lnTo>
                    <a:pt x="532" y="369553"/>
                  </a:lnTo>
                  <a:lnTo>
                    <a:pt x="532" y="409433"/>
                  </a:lnTo>
                  <a:lnTo>
                    <a:pt x="6920" y="409433"/>
                  </a:lnTo>
                  <a:lnTo>
                    <a:pt x="6920" y="369553"/>
                  </a:lnTo>
                  <a:close/>
                </a:path>
                <a:path extrusionOk="0" h="2641600" w="4627245">
                  <a:moveTo>
                    <a:pt x="6920" y="448781"/>
                  </a:moveTo>
                  <a:lnTo>
                    <a:pt x="532" y="448781"/>
                  </a:lnTo>
                  <a:lnTo>
                    <a:pt x="532" y="488661"/>
                  </a:lnTo>
                  <a:lnTo>
                    <a:pt x="6920" y="488661"/>
                  </a:lnTo>
                  <a:lnTo>
                    <a:pt x="6920" y="448781"/>
                  </a:lnTo>
                  <a:close/>
                </a:path>
                <a:path extrusionOk="0" h="2641600" w="4627245">
                  <a:moveTo>
                    <a:pt x="6920" y="528010"/>
                  </a:moveTo>
                  <a:lnTo>
                    <a:pt x="532" y="528010"/>
                  </a:lnTo>
                  <a:lnTo>
                    <a:pt x="532" y="567358"/>
                  </a:lnTo>
                  <a:lnTo>
                    <a:pt x="6920" y="567358"/>
                  </a:lnTo>
                  <a:lnTo>
                    <a:pt x="6920" y="528010"/>
                  </a:lnTo>
                  <a:close/>
                </a:path>
                <a:path extrusionOk="0" h="2641600" w="4627245">
                  <a:moveTo>
                    <a:pt x="6920" y="607238"/>
                  </a:moveTo>
                  <a:lnTo>
                    <a:pt x="532" y="607238"/>
                  </a:lnTo>
                  <a:lnTo>
                    <a:pt x="532" y="647118"/>
                  </a:lnTo>
                  <a:lnTo>
                    <a:pt x="6920" y="647118"/>
                  </a:lnTo>
                  <a:lnTo>
                    <a:pt x="6920" y="607238"/>
                  </a:lnTo>
                  <a:close/>
                </a:path>
                <a:path extrusionOk="0" h="2641600" w="4627245">
                  <a:moveTo>
                    <a:pt x="6920" y="686466"/>
                  </a:moveTo>
                  <a:lnTo>
                    <a:pt x="532" y="686466"/>
                  </a:lnTo>
                  <a:lnTo>
                    <a:pt x="532" y="726346"/>
                  </a:lnTo>
                  <a:lnTo>
                    <a:pt x="6920" y="726346"/>
                  </a:lnTo>
                  <a:lnTo>
                    <a:pt x="6920" y="686466"/>
                  </a:lnTo>
                  <a:close/>
                </a:path>
                <a:path extrusionOk="0" h="2641600" w="4627245">
                  <a:moveTo>
                    <a:pt x="6920" y="765694"/>
                  </a:moveTo>
                  <a:lnTo>
                    <a:pt x="532" y="765694"/>
                  </a:lnTo>
                  <a:lnTo>
                    <a:pt x="532" y="805574"/>
                  </a:lnTo>
                  <a:lnTo>
                    <a:pt x="6920" y="805574"/>
                  </a:lnTo>
                  <a:lnTo>
                    <a:pt x="6920" y="765694"/>
                  </a:lnTo>
                  <a:close/>
                </a:path>
                <a:path extrusionOk="0" h="2641600" w="4627245">
                  <a:moveTo>
                    <a:pt x="6920" y="844922"/>
                  </a:moveTo>
                  <a:lnTo>
                    <a:pt x="532" y="844922"/>
                  </a:lnTo>
                  <a:lnTo>
                    <a:pt x="532" y="884802"/>
                  </a:lnTo>
                  <a:lnTo>
                    <a:pt x="6920" y="884802"/>
                  </a:lnTo>
                  <a:lnTo>
                    <a:pt x="6920" y="844922"/>
                  </a:lnTo>
                  <a:close/>
                </a:path>
                <a:path extrusionOk="0" h="2641600" w="4627245">
                  <a:moveTo>
                    <a:pt x="6920" y="924150"/>
                  </a:moveTo>
                  <a:lnTo>
                    <a:pt x="532" y="924150"/>
                  </a:lnTo>
                  <a:lnTo>
                    <a:pt x="532" y="964030"/>
                  </a:lnTo>
                  <a:lnTo>
                    <a:pt x="6920" y="964030"/>
                  </a:lnTo>
                  <a:lnTo>
                    <a:pt x="6920" y="924150"/>
                  </a:lnTo>
                  <a:close/>
                </a:path>
                <a:path extrusionOk="0" h="2641600" w="4627245">
                  <a:moveTo>
                    <a:pt x="6920" y="1003378"/>
                  </a:moveTo>
                  <a:lnTo>
                    <a:pt x="532" y="1003378"/>
                  </a:lnTo>
                  <a:lnTo>
                    <a:pt x="532" y="1043258"/>
                  </a:lnTo>
                  <a:lnTo>
                    <a:pt x="6920" y="1043258"/>
                  </a:lnTo>
                  <a:lnTo>
                    <a:pt x="6920" y="1003378"/>
                  </a:lnTo>
                  <a:close/>
                </a:path>
                <a:path extrusionOk="0" h="2641600" w="4627245">
                  <a:moveTo>
                    <a:pt x="6920" y="1082606"/>
                  </a:moveTo>
                  <a:lnTo>
                    <a:pt x="532" y="1082606"/>
                  </a:lnTo>
                  <a:lnTo>
                    <a:pt x="532" y="1122486"/>
                  </a:lnTo>
                  <a:lnTo>
                    <a:pt x="6920" y="1122486"/>
                  </a:lnTo>
                  <a:lnTo>
                    <a:pt x="6920" y="1082606"/>
                  </a:lnTo>
                  <a:close/>
                </a:path>
                <a:path extrusionOk="0" h="2641600" w="4627245">
                  <a:moveTo>
                    <a:pt x="6920" y="1161834"/>
                  </a:moveTo>
                  <a:lnTo>
                    <a:pt x="532" y="1161834"/>
                  </a:lnTo>
                  <a:lnTo>
                    <a:pt x="532" y="1201714"/>
                  </a:lnTo>
                  <a:lnTo>
                    <a:pt x="6920" y="1201714"/>
                  </a:lnTo>
                  <a:lnTo>
                    <a:pt x="6920" y="1161834"/>
                  </a:lnTo>
                  <a:close/>
                </a:path>
                <a:path extrusionOk="0" h="2641600" w="4627245">
                  <a:moveTo>
                    <a:pt x="6920" y="1241062"/>
                  </a:moveTo>
                  <a:lnTo>
                    <a:pt x="532" y="1241062"/>
                  </a:lnTo>
                  <a:lnTo>
                    <a:pt x="532" y="1280942"/>
                  </a:lnTo>
                  <a:lnTo>
                    <a:pt x="6920" y="1280942"/>
                  </a:lnTo>
                  <a:lnTo>
                    <a:pt x="6920" y="1241062"/>
                  </a:lnTo>
                  <a:close/>
                </a:path>
                <a:path extrusionOk="0" h="2641600" w="4627245">
                  <a:moveTo>
                    <a:pt x="6920" y="1320291"/>
                  </a:moveTo>
                  <a:lnTo>
                    <a:pt x="532" y="1320291"/>
                  </a:lnTo>
                  <a:lnTo>
                    <a:pt x="532" y="1359639"/>
                  </a:lnTo>
                  <a:lnTo>
                    <a:pt x="6920" y="1359639"/>
                  </a:lnTo>
                  <a:lnTo>
                    <a:pt x="6920" y="1320291"/>
                  </a:lnTo>
                  <a:close/>
                </a:path>
                <a:path extrusionOk="0" h="2641600" w="4627245">
                  <a:moveTo>
                    <a:pt x="6920" y="1399519"/>
                  </a:moveTo>
                  <a:lnTo>
                    <a:pt x="532" y="1399519"/>
                  </a:lnTo>
                  <a:lnTo>
                    <a:pt x="532" y="1439399"/>
                  </a:lnTo>
                  <a:lnTo>
                    <a:pt x="6920" y="1439399"/>
                  </a:lnTo>
                  <a:lnTo>
                    <a:pt x="6920" y="1399519"/>
                  </a:lnTo>
                  <a:close/>
                </a:path>
                <a:path extrusionOk="0" h="2641600" w="4627245">
                  <a:moveTo>
                    <a:pt x="6920" y="1478747"/>
                  </a:moveTo>
                  <a:lnTo>
                    <a:pt x="532" y="1478747"/>
                  </a:lnTo>
                  <a:lnTo>
                    <a:pt x="532" y="1518627"/>
                  </a:lnTo>
                  <a:lnTo>
                    <a:pt x="6920" y="1518627"/>
                  </a:lnTo>
                  <a:lnTo>
                    <a:pt x="6920" y="1478747"/>
                  </a:lnTo>
                  <a:close/>
                </a:path>
                <a:path extrusionOk="0" h="2641600" w="4627245">
                  <a:moveTo>
                    <a:pt x="6920" y="1557975"/>
                  </a:moveTo>
                  <a:lnTo>
                    <a:pt x="532" y="1557975"/>
                  </a:lnTo>
                  <a:lnTo>
                    <a:pt x="532" y="1597855"/>
                  </a:lnTo>
                  <a:lnTo>
                    <a:pt x="6920" y="1597855"/>
                  </a:lnTo>
                  <a:lnTo>
                    <a:pt x="6920" y="1557975"/>
                  </a:lnTo>
                  <a:close/>
                </a:path>
                <a:path extrusionOk="0" h="2641600" w="4627245">
                  <a:moveTo>
                    <a:pt x="6920" y="1637203"/>
                  </a:moveTo>
                  <a:lnTo>
                    <a:pt x="532" y="1637203"/>
                  </a:lnTo>
                  <a:lnTo>
                    <a:pt x="532" y="1677083"/>
                  </a:lnTo>
                  <a:lnTo>
                    <a:pt x="6920" y="1677083"/>
                  </a:lnTo>
                  <a:lnTo>
                    <a:pt x="6920" y="1637203"/>
                  </a:lnTo>
                  <a:close/>
                </a:path>
                <a:path extrusionOk="0" h="2641600" w="4627245">
                  <a:moveTo>
                    <a:pt x="6920" y="1716431"/>
                  </a:moveTo>
                  <a:lnTo>
                    <a:pt x="532" y="1716431"/>
                  </a:lnTo>
                  <a:lnTo>
                    <a:pt x="532" y="1756311"/>
                  </a:lnTo>
                  <a:lnTo>
                    <a:pt x="6920" y="1756311"/>
                  </a:lnTo>
                  <a:lnTo>
                    <a:pt x="6920" y="1716431"/>
                  </a:lnTo>
                  <a:close/>
                </a:path>
                <a:path extrusionOk="0" h="2641600" w="4627245">
                  <a:moveTo>
                    <a:pt x="6920" y="1795659"/>
                  </a:moveTo>
                  <a:lnTo>
                    <a:pt x="532" y="1795659"/>
                  </a:lnTo>
                  <a:lnTo>
                    <a:pt x="532" y="1835539"/>
                  </a:lnTo>
                  <a:lnTo>
                    <a:pt x="6920" y="1835539"/>
                  </a:lnTo>
                  <a:lnTo>
                    <a:pt x="6920" y="1795659"/>
                  </a:lnTo>
                  <a:close/>
                </a:path>
                <a:path extrusionOk="0" h="2641600" w="4627245">
                  <a:moveTo>
                    <a:pt x="6920" y="1874887"/>
                  </a:moveTo>
                  <a:lnTo>
                    <a:pt x="532" y="1874887"/>
                  </a:lnTo>
                  <a:lnTo>
                    <a:pt x="532" y="1914767"/>
                  </a:lnTo>
                  <a:lnTo>
                    <a:pt x="6920" y="1914767"/>
                  </a:lnTo>
                  <a:lnTo>
                    <a:pt x="6920" y="1874887"/>
                  </a:lnTo>
                  <a:close/>
                </a:path>
                <a:path extrusionOk="0" h="2641600" w="4627245">
                  <a:moveTo>
                    <a:pt x="6920" y="1954115"/>
                  </a:moveTo>
                  <a:lnTo>
                    <a:pt x="532" y="1954115"/>
                  </a:lnTo>
                  <a:lnTo>
                    <a:pt x="532" y="1993995"/>
                  </a:lnTo>
                  <a:lnTo>
                    <a:pt x="6920" y="1993995"/>
                  </a:lnTo>
                  <a:lnTo>
                    <a:pt x="6920" y="1954115"/>
                  </a:lnTo>
                  <a:close/>
                </a:path>
                <a:path extrusionOk="0" h="2641600" w="4627245">
                  <a:moveTo>
                    <a:pt x="6920" y="2033343"/>
                  </a:moveTo>
                  <a:lnTo>
                    <a:pt x="532" y="2033343"/>
                  </a:lnTo>
                  <a:lnTo>
                    <a:pt x="532" y="2073223"/>
                  </a:lnTo>
                  <a:lnTo>
                    <a:pt x="6920" y="2073223"/>
                  </a:lnTo>
                  <a:lnTo>
                    <a:pt x="6920" y="2033343"/>
                  </a:lnTo>
                  <a:close/>
                </a:path>
                <a:path extrusionOk="0" h="2641600" w="4627245">
                  <a:moveTo>
                    <a:pt x="6920" y="2112572"/>
                  </a:moveTo>
                  <a:lnTo>
                    <a:pt x="532" y="2112572"/>
                  </a:lnTo>
                  <a:lnTo>
                    <a:pt x="532" y="2151920"/>
                  </a:lnTo>
                  <a:lnTo>
                    <a:pt x="6920" y="2151920"/>
                  </a:lnTo>
                  <a:lnTo>
                    <a:pt x="6920" y="2112572"/>
                  </a:lnTo>
                  <a:close/>
                </a:path>
                <a:path extrusionOk="0" h="2641600" w="4627245">
                  <a:moveTo>
                    <a:pt x="6920" y="2191800"/>
                  </a:moveTo>
                  <a:lnTo>
                    <a:pt x="532" y="2191800"/>
                  </a:lnTo>
                  <a:lnTo>
                    <a:pt x="532" y="2231680"/>
                  </a:lnTo>
                  <a:lnTo>
                    <a:pt x="6920" y="2231680"/>
                  </a:lnTo>
                  <a:lnTo>
                    <a:pt x="6920" y="2191800"/>
                  </a:lnTo>
                  <a:close/>
                </a:path>
                <a:path extrusionOk="0" h="2641600" w="4627245">
                  <a:moveTo>
                    <a:pt x="6920" y="2271028"/>
                  </a:moveTo>
                  <a:lnTo>
                    <a:pt x="532" y="2271028"/>
                  </a:lnTo>
                  <a:lnTo>
                    <a:pt x="532" y="2310908"/>
                  </a:lnTo>
                  <a:lnTo>
                    <a:pt x="6920" y="2310908"/>
                  </a:lnTo>
                  <a:lnTo>
                    <a:pt x="6920" y="2271028"/>
                  </a:lnTo>
                  <a:close/>
                </a:path>
                <a:path extrusionOk="0" h="2641600" w="4627245">
                  <a:moveTo>
                    <a:pt x="6920" y="2350256"/>
                  </a:moveTo>
                  <a:lnTo>
                    <a:pt x="532" y="2350256"/>
                  </a:lnTo>
                  <a:lnTo>
                    <a:pt x="532" y="2390136"/>
                  </a:lnTo>
                  <a:lnTo>
                    <a:pt x="6920" y="2390136"/>
                  </a:lnTo>
                  <a:lnTo>
                    <a:pt x="6920" y="2350256"/>
                  </a:lnTo>
                  <a:close/>
                </a:path>
                <a:path extrusionOk="0" h="2641600" w="4627245">
                  <a:moveTo>
                    <a:pt x="6920" y="2429484"/>
                  </a:moveTo>
                  <a:lnTo>
                    <a:pt x="532" y="2429484"/>
                  </a:lnTo>
                  <a:lnTo>
                    <a:pt x="532" y="2469364"/>
                  </a:lnTo>
                  <a:lnTo>
                    <a:pt x="6920" y="2469364"/>
                  </a:lnTo>
                  <a:lnTo>
                    <a:pt x="6920" y="2429484"/>
                  </a:lnTo>
                  <a:close/>
                </a:path>
                <a:path extrusionOk="0" h="2641600" w="4627245">
                  <a:moveTo>
                    <a:pt x="6920" y="2508712"/>
                  </a:moveTo>
                  <a:lnTo>
                    <a:pt x="532" y="2508712"/>
                  </a:lnTo>
                  <a:lnTo>
                    <a:pt x="532" y="2548592"/>
                  </a:lnTo>
                  <a:lnTo>
                    <a:pt x="6920" y="2548592"/>
                  </a:lnTo>
                  <a:lnTo>
                    <a:pt x="6920" y="2508712"/>
                  </a:lnTo>
                  <a:close/>
                </a:path>
                <a:path extrusionOk="0" h="2641600" w="4627245">
                  <a:moveTo>
                    <a:pt x="6920" y="2587940"/>
                  </a:moveTo>
                  <a:lnTo>
                    <a:pt x="532" y="2587940"/>
                  </a:lnTo>
                  <a:lnTo>
                    <a:pt x="532" y="2627820"/>
                  </a:lnTo>
                  <a:lnTo>
                    <a:pt x="6920" y="2627820"/>
                  </a:lnTo>
                  <a:lnTo>
                    <a:pt x="6920" y="2587940"/>
                  </a:lnTo>
                  <a:close/>
                </a:path>
                <a:path extrusionOk="0" h="2641600" w="4627245">
                  <a:moveTo>
                    <a:pt x="66006" y="2634201"/>
                  </a:moveTo>
                  <a:lnTo>
                    <a:pt x="26615" y="2634201"/>
                  </a:lnTo>
                  <a:lnTo>
                    <a:pt x="26615" y="2640582"/>
                  </a:lnTo>
                  <a:lnTo>
                    <a:pt x="66006" y="2640582"/>
                  </a:lnTo>
                  <a:lnTo>
                    <a:pt x="66006" y="2634201"/>
                  </a:lnTo>
                  <a:close/>
                </a:path>
                <a:path extrusionOk="0" h="2641600" w="4627245">
                  <a:moveTo>
                    <a:pt x="145321" y="2634201"/>
                  </a:moveTo>
                  <a:lnTo>
                    <a:pt x="105930" y="2634201"/>
                  </a:lnTo>
                  <a:lnTo>
                    <a:pt x="105930" y="2640582"/>
                  </a:lnTo>
                  <a:lnTo>
                    <a:pt x="145321" y="2640582"/>
                  </a:lnTo>
                  <a:lnTo>
                    <a:pt x="145321" y="2634201"/>
                  </a:lnTo>
                  <a:close/>
                </a:path>
                <a:path extrusionOk="0" h="2641600" w="4627245">
                  <a:moveTo>
                    <a:pt x="224635" y="2634201"/>
                  </a:moveTo>
                  <a:lnTo>
                    <a:pt x="185244" y="2634201"/>
                  </a:lnTo>
                  <a:lnTo>
                    <a:pt x="185244" y="2640582"/>
                  </a:lnTo>
                  <a:lnTo>
                    <a:pt x="224635" y="2640582"/>
                  </a:lnTo>
                  <a:lnTo>
                    <a:pt x="224635" y="2634201"/>
                  </a:lnTo>
                  <a:close/>
                </a:path>
                <a:path extrusionOk="0" h="2641600" w="4627245">
                  <a:moveTo>
                    <a:pt x="305014" y="2633669"/>
                  </a:moveTo>
                  <a:lnTo>
                    <a:pt x="303950" y="2634201"/>
                  </a:lnTo>
                  <a:lnTo>
                    <a:pt x="264559" y="2634201"/>
                  </a:lnTo>
                  <a:lnTo>
                    <a:pt x="264559" y="2640582"/>
                  </a:lnTo>
                  <a:lnTo>
                    <a:pt x="305014" y="2640582"/>
                  </a:lnTo>
                  <a:lnTo>
                    <a:pt x="305014" y="2633669"/>
                  </a:lnTo>
                  <a:close/>
                </a:path>
                <a:path extrusionOk="0" h="2641600" w="4627245">
                  <a:moveTo>
                    <a:pt x="383264" y="2634201"/>
                  </a:moveTo>
                  <a:lnTo>
                    <a:pt x="343873" y="2634201"/>
                  </a:lnTo>
                  <a:lnTo>
                    <a:pt x="343873" y="2640582"/>
                  </a:lnTo>
                  <a:lnTo>
                    <a:pt x="383264" y="2640582"/>
                  </a:lnTo>
                  <a:lnTo>
                    <a:pt x="383264" y="2634201"/>
                  </a:lnTo>
                  <a:close/>
                </a:path>
                <a:path extrusionOk="0" h="2641600" w="4627245">
                  <a:moveTo>
                    <a:pt x="462578" y="2634201"/>
                  </a:moveTo>
                  <a:lnTo>
                    <a:pt x="422655" y="2634201"/>
                  </a:lnTo>
                  <a:lnTo>
                    <a:pt x="422655" y="2640582"/>
                  </a:lnTo>
                  <a:lnTo>
                    <a:pt x="462578" y="2640582"/>
                  </a:lnTo>
                  <a:lnTo>
                    <a:pt x="462578" y="2634201"/>
                  </a:lnTo>
                  <a:close/>
                </a:path>
                <a:path extrusionOk="0" h="2641600" w="4627245">
                  <a:moveTo>
                    <a:pt x="541893" y="2634201"/>
                  </a:moveTo>
                  <a:lnTo>
                    <a:pt x="501969" y="2634201"/>
                  </a:lnTo>
                  <a:lnTo>
                    <a:pt x="501969" y="2640582"/>
                  </a:lnTo>
                  <a:lnTo>
                    <a:pt x="541893" y="2640582"/>
                  </a:lnTo>
                  <a:lnTo>
                    <a:pt x="541893" y="2634201"/>
                  </a:lnTo>
                  <a:close/>
                </a:path>
                <a:path extrusionOk="0" h="2641600" w="4627245">
                  <a:moveTo>
                    <a:pt x="621740" y="2634201"/>
                  </a:moveTo>
                  <a:lnTo>
                    <a:pt x="581816" y="2634201"/>
                  </a:lnTo>
                  <a:lnTo>
                    <a:pt x="581816" y="2640582"/>
                  </a:lnTo>
                  <a:lnTo>
                    <a:pt x="621740" y="2640582"/>
                  </a:lnTo>
                  <a:lnTo>
                    <a:pt x="621740" y="2634201"/>
                  </a:lnTo>
                  <a:close/>
                </a:path>
                <a:path extrusionOk="0" h="2641600" w="4627245">
                  <a:moveTo>
                    <a:pt x="701586" y="2633669"/>
                  </a:moveTo>
                  <a:lnTo>
                    <a:pt x="700522" y="2634201"/>
                  </a:lnTo>
                  <a:lnTo>
                    <a:pt x="661663" y="2634201"/>
                  </a:lnTo>
                  <a:lnTo>
                    <a:pt x="661663" y="2640582"/>
                  </a:lnTo>
                  <a:lnTo>
                    <a:pt x="701586" y="2640582"/>
                  </a:lnTo>
                  <a:lnTo>
                    <a:pt x="701586" y="2633669"/>
                  </a:lnTo>
                  <a:close/>
                </a:path>
                <a:path extrusionOk="0" h="2641600" w="4627245">
                  <a:moveTo>
                    <a:pt x="779836" y="2634201"/>
                  </a:moveTo>
                  <a:lnTo>
                    <a:pt x="739913" y="2634201"/>
                  </a:lnTo>
                  <a:lnTo>
                    <a:pt x="739913" y="2640582"/>
                  </a:lnTo>
                  <a:lnTo>
                    <a:pt x="779836" y="2640582"/>
                  </a:lnTo>
                  <a:lnTo>
                    <a:pt x="779836" y="2634201"/>
                  </a:lnTo>
                  <a:close/>
                </a:path>
                <a:path extrusionOk="0" h="2641600" w="4627245">
                  <a:moveTo>
                    <a:pt x="859150" y="2634201"/>
                  </a:moveTo>
                  <a:lnTo>
                    <a:pt x="819227" y="2634201"/>
                  </a:lnTo>
                  <a:lnTo>
                    <a:pt x="819227" y="2640582"/>
                  </a:lnTo>
                  <a:lnTo>
                    <a:pt x="859150" y="2640582"/>
                  </a:lnTo>
                  <a:lnTo>
                    <a:pt x="859150" y="2634201"/>
                  </a:lnTo>
                  <a:close/>
                </a:path>
                <a:path extrusionOk="0" h="2641600" w="4627245">
                  <a:moveTo>
                    <a:pt x="938465" y="2634201"/>
                  </a:moveTo>
                  <a:lnTo>
                    <a:pt x="898542" y="2634201"/>
                  </a:lnTo>
                  <a:lnTo>
                    <a:pt x="898542" y="2640582"/>
                  </a:lnTo>
                  <a:lnTo>
                    <a:pt x="938465" y="2640582"/>
                  </a:lnTo>
                  <a:lnTo>
                    <a:pt x="938465" y="2634201"/>
                  </a:lnTo>
                  <a:close/>
                </a:path>
                <a:path extrusionOk="0" h="2641600" w="4627245">
                  <a:moveTo>
                    <a:pt x="1017779" y="2634201"/>
                  </a:moveTo>
                  <a:lnTo>
                    <a:pt x="977856" y="2634201"/>
                  </a:lnTo>
                  <a:lnTo>
                    <a:pt x="977856" y="2640582"/>
                  </a:lnTo>
                  <a:lnTo>
                    <a:pt x="1017779" y="2640582"/>
                  </a:lnTo>
                  <a:lnTo>
                    <a:pt x="1017779" y="2634201"/>
                  </a:lnTo>
                  <a:close/>
                </a:path>
                <a:path extrusionOk="0" h="2641600" w="4627245">
                  <a:moveTo>
                    <a:pt x="1097626" y="2633669"/>
                  </a:moveTo>
                  <a:lnTo>
                    <a:pt x="1097094" y="2634201"/>
                  </a:lnTo>
                  <a:lnTo>
                    <a:pt x="1057170" y="2634201"/>
                  </a:lnTo>
                  <a:lnTo>
                    <a:pt x="1057170" y="2640582"/>
                  </a:lnTo>
                  <a:lnTo>
                    <a:pt x="1097626" y="2640582"/>
                  </a:lnTo>
                  <a:lnTo>
                    <a:pt x="1097626" y="2633669"/>
                  </a:lnTo>
                  <a:close/>
                </a:path>
                <a:path extrusionOk="0" h="2641600" w="4627245">
                  <a:moveTo>
                    <a:pt x="1176408" y="2634201"/>
                  </a:moveTo>
                  <a:lnTo>
                    <a:pt x="1136485" y="2634201"/>
                  </a:lnTo>
                  <a:lnTo>
                    <a:pt x="1136485" y="2640582"/>
                  </a:lnTo>
                  <a:lnTo>
                    <a:pt x="1176408" y="2640582"/>
                  </a:lnTo>
                  <a:lnTo>
                    <a:pt x="1176408" y="2634201"/>
                  </a:lnTo>
                  <a:close/>
                </a:path>
                <a:path extrusionOk="0" h="2641600" w="4627245">
                  <a:moveTo>
                    <a:pt x="1255723" y="2634201"/>
                  </a:moveTo>
                  <a:lnTo>
                    <a:pt x="1215799" y="2634201"/>
                  </a:lnTo>
                  <a:lnTo>
                    <a:pt x="1215799" y="2640582"/>
                  </a:lnTo>
                  <a:lnTo>
                    <a:pt x="1255723" y="2640582"/>
                  </a:lnTo>
                  <a:lnTo>
                    <a:pt x="1255723" y="2634201"/>
                  </a:lnTo>
                  <a:close/>
                </a:path>
                <a:path extrusionOk="0" h="2641600" w="4627245">
                  <a:moveTo>
                    <a:pt x="1336102" y="2633669"/>
                  </a:moveTo>
                  <a:lnTo>
                    <a:pt x="1335037" y="2634201"/>
                  </a:lnTo>
                  <a:lnTo>
                    <a:pt x="1296178" y="2634201"/>
                  </a:lnTo>
                  <a:lnTo>
                    <a:pt x="1296178" y="2640582"/>
                  </a:lnTo>
                  <a:lnTo>
                    <a:pt x="1336102" y="2640582"/>
                  </a:lnTo>
                  <a:lnTo>
                    <a:pt x="1336102" y="2633669"/>
                  </a:lnTo>
                  <a:close/>
                </a:path>
                <a:path extrusionOk="0" h="2641600" w="4627245">
                  <a:moveTo>
                    <a:pt x="1415416" y="2633669"/>
                  </a:moveTo>
                  <a:lnTo>
                    <a:pt x="1414351" y="2634201"/>
                  </a:lnTo>
                  <a:lnTo>
                    <a:pt x="1375493" y="2634201"/>
                  </a:lnTo>
                  <a:lnTo>
                    <a:pt x="1375493" y="2640582"/>
                  </a:lnTo>
                  <a:lnTo>
                    <a:pt x="1415416" y="2640582"/>
                  </a:lnTo>
                  <a:lnTo>
                    <a:pt x="1415416" y="2633669"/>
                  </a:lnTo>
                  <a:close/>
                </a:path>
                <a:path extrusionOk="0" h="2641600" w="4627245">
                  <a:moveTo>
                    <a:pt x="1494730" y="2633669"/>
                  </a:moveTo>
                  <a:lnTo>
                    <a:pt x="1493666" y="2634201"/>
                  </a:lnTo>
                  <a:lnTo>
                    <a:pt x="1454807" y="2634201"/>
                  </a:lnTo>
                  <a:lnTo>
                    <a:pt x="1454807" y="2640582"/>
                  </a:lnTo>
                  <a:lnTo>
                    <a:pt x="1494730" y="2640582"/>
                  </a:lnTo>
                  <a:lnTo>
                    <a:pt x="1494730" y="2633669"/>
                  </a:lnTo>
                  <a:close/>
                </a:path>
                <a:path extrusionOk="0" h="2641600" w="4627245">
                  <a:moveTo>
                    <a:pt x="1572980" y="2634201"/>
                  </a:moveTo>
                  <a:lnTo>
                    <a:pt x="1533057" y="2634201"/>
                  </a:lnTo>
                  <a:lnTo>
                    <a:pt x="1533057" y="2640582"/>
                  </a:lnTo>
                  <a:lnTo>
                    <a:pt x="1572980" y="2640582"/>
                  </a:lnTo>
                  <a:lnTo>
                    <a:pt x="1572980" y="2634201"/>
                  </a:lnTo>
                  <a:close/>
                </a:path>
                <a:path extrusionOk="0" h="2641600" w="4627245">
                  <a:moveTo>
                    <a:pt x="1652295" y="2634201"/>
                  </a:moveTo>
                  <a:lnTo>
                    <a:pt x="1612371" y="2634201"/>
                  </a:lnTo>
                  <a:lnTo>
                    <a:pt x="1612371" y="2640582"/>
                  </a:lnTo>
                  <a:lnTo>
                    <a:pt x="1652295" y="2640582"/>
                  </a:lnTo>
                  <a:lnTo>
                    <a:pt x="1652295" y="2634201"/>
                  </a:lnTo>
                  <a:close/>
                </a:path>
                <a:path extrusionOk="0" h="2641600" w="4627245">
                  <a:moveTo>
                    <a:pt x="1731609" y="2634201"/>
                  </a:moveTo>
                  <a:lnTo>
                    <a:pt x="1691686" y="2634201"/>
                  </a:lnTo>
                  <a:lnTo>
                    <a:pt x="1691686" y="2640582"/>
                  </a:lnTo>
                  <a:lnTo>
                    <a:pt x="1731609" y="2640582"/>
                  </a:lnTo>
                  <a:lnTo>
                    <a:pt x="1731609" y="2634201"/>
                  </a:lnTo>
                  <a:close/>
                </a:path>
                <a:path extrusionOk="0" h="2641600" w="4627245">
                  <a:moveTo>
                    <a:pt x="1810923" y="2634201"/>
                  </a:moveTo>
                  <a:lnTo>
                    <a:pt x="1771000" y="2634201"/>
                  </a:lnTo>
                  <a:lnTo>
                    <a:pt x="1771000" y="2640582"/>
                  </a:lnTo>
                  <a:lnTo>
                    <a:pt x="1810923" y="2640582"/>
                  </a:lnTo>
                  <a:lnTo>
                    <a:pt x="1810923" y="2634201"/>
                  </a:lnTo>
                  <a:close/>
                </a:path>
                <a:path extrusionOk="0" h="2641600" w="4627245">
                  <a:moveTo>
                    <a:pt x="1890238" y="2634201"/>
                  </a:moveTo>
                  <a:lnTo>
                    <a:pt x="1850314" y="2634201"/>
                  </a:lnTo>
                  <a:lnTo>
                    <a:pt x="1850314" y="2640582"/>
                  </a:lnTo>
                  <a:lnTo>
                    <a:pt x="1890238" y="2640582"/>
                  </a:lnTo>
                  <a:lnTo>
                    <a:pt x="1890238" y="2634201"/>
                  </a:lnTo>
                  <a:close/>
                </a:path>
                <a:path extrusionOk="0" h="2641600" w="4627245">
                  <a:moveTo>
                    <a:pt x="1969552" y="2634201"/>
                  </a:moveTo>
                  <a:lnTo>
                    <a:pt x="1929629" y="2634201"/>
                  </a:lnTo>
                  <a:lnTo>
                    <a:pt x="1929629" y="2640582"/>
                  </a:lnTo>
                  <a:lnTo>
                    <a:pt x="1969552" y="2640582"/>
                  </a:lnTo>
                  <a:lnTo>
                    <a:pt x="1969552" y="2634201"/>
                  </a:lnTo>
                  <a:close/>
                </a:path>
                <a:path extrusionOk="0" h="2641600" w="4627245">
                  <a:moveTo>
                    <a:pt x="2048867" y="2634201"/>
                  </a:moveTo>
                  <a:lnTo>
                    <a:pt x="2008943" y="2634201"/>
                  </a:lnTo>
                  <a:lnTo>
                    <a:pt x="2008943" y="2640582"/>
                  </a:lnTo>
                  <a:lnTo>
                    <a:pt x="2048867" y="2640582"/>
                  </a:lnTo>
                  <a:lnTo>
                    <a:pt x="2048867" y="2634201"/>
                  </a:lnTo>
                  <a:close/>
                </a:path>
                <a:path extrusionOk="0" h="2641600" w="4627245">
                  <a:moveTo>
                    <a:pt x="2128181" y="2634201"/>
                  </a:moveTo>
                  <a:lnTo>
                    <a:pt x="2088258" y="2634201"/>
                  </a:lnTo>
                  <a:lnTo>
                    <a:pt x="2088258" y="2640582"/>
                  </a:lnTo>
                  <a:lnTo>
                    <a:pt x="2128181" y="2640582"/>
                  </a:lnTo>
                  <a:lnTo>
                    <a:pt x="2128181" y="2634201"/>
                  </a:lnTo>
                  <a:close/>
                </a:path>
                <a:path extrusionOk="0" h="2641600" w="4627245">
                  <a:moveTo>
                    <a:pt x="2208028" y="2634201"/>
                  </a:moveTo>
                  <a:lnTo>
                    <a:pt x="2168104" y="2634201"/>
                  </a:lnTo>
                  <a:lnTo>
                    <a:pt x="2168104" y="2640582"/>
                  </a:lnTo>
                  <a:lnTo>
                    <a:pt x="2208028" y="2640582"/>
                  </a:lnTo>
                  <a:lnTo>
                    <a:pt x="2208028" y="2634201"/>
                  </a:lnTo>
                  <a:close/>
                </a:path>
                <a:path extrusionOk="0" h="2641600" w="4627245">
                  <a:moveTo>
                    <a:pt x="2287874" y="2633669"/>
                  </a:moveTo>
                  <a:lnTo>
                    <a:pt x="2286810" y="2634201"/>
                  </a:lnTo>
                  <a:lnTo>
                    <a:pt x="2247951" y="2634201"/>
                  </a:lnTo>
                  <a:lnTo>
                    <a:pt x="2247951" y="2640582"/>
                  </a:lnTo>
                  <a:lnTo>
                    <a:pt x="2287874" y="2640582"/>
                  </a:lnTo>
                  <a:lnTo>
                    <a:pt x="2287874" y="2633669"/>
                  </a:lnTo>
                  <a:close/>
                </a:path>
                <a:path extrusionOk="0" h="2641600" w="4627245">
                  <a:moveTo>
                    <a:pt x="2366124" y="2634201"/>
                  </a:moveTo>
                  <a:lnTo>
                    <a:pt x="2326201" y="2634201"/>
                  </a:lnTo>
                  <a:lnTo>
                    <a:pt x="2326201" y="2640582"/>
                  </a:lnTo>
                  <a:lnTo>
                    <a:pt x="2366124" y="2640582"/>
                  </a:lnTo>
                  <a:lnTo>
                    <a:pt x="2366124" y="2634201"/>
                  </a:lnTo>
                  <a:close/>
                </a:path>
                <a:path extrusionOk="0" h="2641600" w="4627245">
                  <a:moveTo>
                    <a:pt x="2445439" y="2634201"/>
                  </a:moveTo>
                  <a:lnTo>
                    <a:pt x="2405515" y="2634201"/>
                  </a:lnTo>
                  <a:lnTo>
                    <a:pt x="2405515" y="2640582"/>
                  </a:lnTo>
                  <a:lnTo>
                    <a:pt x="2445439" y="2640582"/>
                  </a:lnTo>
                  <a:lnTo>
                    <a:pt x="2445439" y="2634201"/>
                  </a:lnTo>
                  <a:close/>
                </a:path>
                <a:path extrusionOk="0" h="2641600" w="4627245">
                  <a:moveTo>
                    <a:pt x="2524753" y="2634201"/>
                  </a:moveTo>
                  <a:lnTo>
                    <a:pt x="2484830" y="2634201"/>
                  </a:lnTo>
                  <a:lnTo>
                    <a:pt x="2484830" y="2640582"/>
                  </a:lnTo>
                  <a:lnTo>
                    <a:pt x="2524753" y="2640582"/>
                  </a:lnTo>
                  <a:lnTo>
                    <a:pt x="2524753" y="2634201"/>
                  </a:lnTo>
                  <a:close/>
                </a:path>
                <a:path extrusionOk="0" h="2641600" w="4627245">
                  <a:moveTo>
                    <a:pt x="2604068" y="2634201"/>
                  </a:moveTo>
                  <a:lnTo>
                    <a:pt x="2564144" y="2634201"/>
                  </a:lnTo>
                  <a:lnTo>
                    <a:pt x="2564144" y="2640582"/>
                  </a:lnTo>
                  <a:lnTo>
                    <a:pt x="2604068" y="2640582"/>
                  </a:lnTo>
                  <a:lnTo>
                    <a:pt x="2604068" y="2634201"/>
                  </a:lnTo>
                  <a:close/>
                </a:path>
                <a:path extrusionOk="0" h="2641600" w="4627245">
                  <a:moveTo>
                    <a:pt x="2683382" y="2634201"/>
                  </a:moveTo>
                  <a:lnTo>
                    <a:pt x="2643459" y="2634201"/>
                  </a:lnTo>
                  <a:lnTo>
                    <a:pt x="2643459" y="2640582"/>
                  </a:lnTo>
                  <a:lnTo>
                    <a:pt x="2683382" y="2640582"/>
                  </a:lnTo>
                  <a:lnTo>
                    <a:pt x="2683382" y="2634201"/>
                  </a:lnTo>
                  <a:close/>
                </a:path>
                <a:path extrusionOk="0" h="2641600" w="4627245">
                  <a:moveTo>
                    <a:pt x="2762696" y="2634201"/>
                  </a:moveTo>
                  <a:lnTo>
                    <a:pt x="2722773" y="2634201"/>
                  </a:lnTo>
                  <a:lnTo>
                    <a:pt x="2722773" y="2640582"/>
                  </a:lnTo>
                  <a:lnTo>
                    <a:pt x="2762696" y="2640582"/>
                  </a:lnTo>
                  <a:lnTo>
                    <a:pt x="2762696" y="2634201"/>
                  </a:lnTo>
                  <a:close/>
                </a:path>
                <a:path extrusionOk="0" h="2641600" w="4627245">
                  <a:moveTo>
                    <a:pt x="2842011" y="2634201"/>
                  </a:moveTo>
                  <a:lnTo>
                    <a:pt x="2802087" y="2634201"/>
                  </a:lnTo>
                  <a:lnTo>
                    <a:pt x="2802087" y="2640582"/>
                  </a:lnTo>
                  <a:lnTo>
                    <a:pt x="2842011" y="2640582"/>
                  </a:lnTo>
                  <a:lnTo>
                    <a:pt x="2842011" y="2634201"/>
                  </a:lnTo>
                  <a:close/>
                </a:path>
                <a:path extrusionOk="0" h="2641600" w="4627245">
                  <a:moveTo>
                    <a:pt x="2921325" y="2634201"/>
                  </a:moveTo>
                  <a:lnTo>
                    <a:pt x="2881402" y="2634201"/>
                  </a:lnTo>
                  <a:lnTo>
                    <a:pt x="2881402" y="2640582"/>
                  </a:lnTo>
                  <a:lnTo>
                    <a:pt x="2921325" y="2640582"/>
                  </a:lnTo>
                  <a:lnTo>
                    <a:pt x="2921325" y="2634201"/>
                  </a:lnTo>
                  <a:close/>
                </a:path>
                <a:path extrusionOk="0" h="2641600" w="4627245">
                  <a:moveTo>
                    <a:pt x="3001172" y="2633669"/>
                  </a:moveTo>
                  <a:lnTo>
                    <a:pt x="3000640" y="2634201"/>
                  </a:lnTo>
                  <a:lnTo>
                    <a:pt x="2961249" y="2634201"/>
                  </a:lnTo>
                  <a:lnTo>
                    <a:pt x="2961249" y="2640582"/>
                  </a:lnTo>
                  <a:lnTo>
                    <a:pt x="3001172" y="2640582"/>
                  </a:lnTo>
                  <a:lnTo>
                    <a:pt x="3001172" y="2633669"/>
                  </a:lnTo>
                  <a:close/>
                </a:path>
                <a:path extrusionOk="0" h="2641600" w="4627245">
                  <a:moveTo>
                    <a:pt x="3079954" y="2634201"/>
                  </a:moveTo>
                  <a:lnTo>
                    <a:pt x="3040031" y="2634201"/>
                  </a:lnTo>
                  <a:lnTo>
                    <a:pt x="3040031" y="2640582"/>
                  </a:lnTo>
                  <a:lnTo>
                    <a:pt x="3079954" y="2640582"/>
                  </a:lnTo>
                  <a:lnTo>
                    <a:pt x="3079954" y="2634201"/>
                  </a:lnTo>
                  <a:close/>
                </a:path>
                <a:path extrusionOk="0" h="2641600" w="4627245">
                  <a:moveTo>
                    <a:pt x="3159268" y="2634201"/>
                  </a:moveTo>
                  <a:lnTo>
                    <a:pt x="3119345" y="2634201"/>
                  </a:lnTo>
                  <a:lnTo>
                    <a:pt x="3119345" y="2640582"/>
                  </a:lnTo>
                  <a:lnTo>
                    <a:pt x="3159268" y="2640582"/>
                  </a:lnTo>
                  <a:lnTo>
                    <a:pt x="3159268" y="2634201"/>
                  </a:lnTo>
                  <a:close/>
                </a:path>
                <a:path extrusionOk="0" h="2641600" w="4627245">
                  <a:moveTo>
                    <a:pt x="3238583" y="2634201"/>
                  </a:moveTo>
                  <a:lnTo>
                    <a:pt x="3198659" y="2634201"/>
                  </a:lnTo>
                  <a:lnTo>
                    <a:pt x="3198659" y="2640582"/>
                  </a:lnTo>
                  <a:lnTo>
                    <a:pt x="3238583" y="2640582"/>
                  </a:lnTo>
                  <a:lnTo>
                    <a:pt x="3238583" y="2634201"/>
                  </a:lnTo>
                  <a:close/>
                </a:path>
                <a:path extrusionOk="0" h="2641600" w="4627245">
                  <a:moveTo>
                    <a:pt x="3317897" y="2634201"/>
                  </a:moveTo>
                  <a:lnTo>
                    <a:pt x="3277974" y="2634201"/>
                  </a:lnTo>
                  <a:lnTo>
                    <a:pt x="3277974" y="2640582"/>
                  </a:lnTo>
                  <a:lnTo>
                    <a:pt x="3317897" y="2640582"/>
                  </a:lnTo>
                  <a:lnTo>
                    <a:pt x="3317897" y="2634201"/>
                  </a:lnTo>
                  <a:close/>
                </a:path>
                <a:path extrusionOk="0" h="2641600" w="4627245">
                  <a:moveTo>
                    <a:pt x="3397212" y="2634201"/>
                  </a:moveTo>
                  <a:lnTo>
                    <a:pt x="3357288" y="2634201"/>
                  </a:lnTo>
                  <a:lnTo>
                    <a:pt x="3357288" y="2640582"/>
                  </a:lnTo>
                  <a:lnTo>
                    <a:pt x="3397212" y="2640582"/>
                  </a:lnTo>
                  <a:lnTo>
                    <a:pt x="3397212" y="2634201"/>
                  </a:lnTo>
                  <a:close/>
                </a:path>
                <a:path extrusionOk="0" h="2641600" w="4627245">
                  <a:moveTo>
                    <a:pt x="3476526" y="2634201"/>
                  </a:moveTo>
                  <a:lnTo>
                    <a:pt x="3436603" y="2634201"/>
                  </a:lnTo>
                  <a:lnTo>
                    <a:pt x="3436603" y="2640582"/>
                  </a:lnTo>
                  <a:lnTo>
                    <a:pt x="3476526" y="2640582"/>
                  </a:lnTo>
                  <a:lnTo>
                    <a:pt x="3476526" y="2634201"/>
                  </a:lnTo>
                  <a:close/>
                </a:path>
                <a:path extrusionOk="0" h="2641600" w="4627245">
                  <a:moveTo>
                    <a:pt x="3555840" y="2634201"/>
                  </a:moveTo>
                  <a:lnTo>
                    <a:pt x="3515917" y="2634201"/>
                  </a:lnTo>
                  <a:lnTo>
                    <a:pt x="3515917" y="2640582"/>
                  </a:lnTo>
                  <a:lnTo>
                    <a:pt x="3555840" y="2640582"/>
                  </a:lnTo>
                  <a:lnTo>
                    <a:pt x="3555840" y="2634201"/>
                  </a:lnTo>
                  <a:close/>
                </a:path>
                <a:path extrusionOk="0" h="2641600" w="4627245">
                  <a:moveTo>
                    <a:pt x="3635155" y="2634201"/>
                  </a:moveTo>
                  <a:lnTo>
                    <a:pt x="3595231" y="2634201"/>
                  </a:lnTo>
                  <a:lnTo>
                    <a:pt x="3595231" y="2640582"/>
                  </a:lnTo>
                  <a:lnTo>
                    <a:pt x="3635155" y="2640582"/>
                  </a:lnTo>
                  <a:lnTo>
                    <a:pt x="3635155" y="2634201"/>
                  </a:lnTo>
                  <a:close/>
                </a:path>
                <a:path extrusionOk="0" h="2641600" w="4627245">
                  <a:moveTo>
                    <a:pt x="3714558" y="2634201"/>
                  </a:moveTo>
                  <a:lnTo>
                    <a:pt x="3674546" y="2634201"/>
                  </a:lnTo>
                  <a:lnTo>
                    <a:pt x="3674546" y="2640582"/>
                  </a:lnTo>
                  <a:lnTo>
                    <a:pt x="3714558" y="2640582"/>
                  </a:lnTo>
                  <a:lnTo>
                    <a:pt x="3714558" y="2634201"/>
                  </a:lnTo>
                  <a:close/>
                </a:path>
                <a:path extrusionOk="0" h="2641600" w="4627245">
                  <a:moveTo>
                    <a:pt x="3794405" y="2633669"/>
                  </a:moveTo>
                  <a:lnTo>
                    <a:pt x="3793961" y="2634201"/>
                  </a:lnTo>
                  <a:lnTo>
                    <a:pt x="3754481" y="2634201"/>
                  </a:lnTo>
                  <a:lnTo>
                    <a:pt x="3754481" y="2640582"/>
                  </a:lnTo>
                  <a:lnTo>
                    <a:pt x="3794405" y="2640582"/>
                  </a:lnTo>
                  <a:lnTo>
                    <a:pt x="3794405" y="2633669"/>
                  </a:lnTo>
                  <a:close/>
                </a:path>
                <a:path extrusionOk="0" h="2641600" w="4627245">
                  <a:moveTo>
                    <a:pt x="3873808" y="2633669"/>
                  </a:moveTo>
                  <a:lnTo>
                    <a:pt x="3872921" y="2634201"/>
                  </a:lnTo>
                  <a:lnTo>
                    <a:pt x="3833884" y="2634201"/>
                  </a:lnTo>
                  <a:lnTo>
                    <a:pt x="3833884" y="2640582"/>
                  </a:lnTo>
                  <a:lnTo>
                    <a:pt x="3873808" y="2640582"/>
                  </a:lnTo>
                  <a:lnTo>
                    <a:pt x="3873808" y="2633669"/>
                  </a:lnTo>
                  <a:close/>
                </a:path>
                <a:path extrusionOk="0" h="2641600" w="4627245">
                  <a:moveTo>
                    <a:pt x="3952767" y="2633669"/>
                  </a:moveTo>
                  <a:lnTo>
                    <a:pt x="3952324" y="2634201"/>
                  </a:lnTo>
                  <a:lnTo>
                    <a:pt x="3912844" y="2634201"/>
                  </a:lnTo>
                  <a:lnTo>
                    <a:pt x="3912844" y="2640582"/>
                  </a:lnTo>
                  <a:lnTo>
                    <a:pt x="3952767" y="2640582"/>
                  </a:lnTo>
                  <a:lnTo>
                    <a:pt x="3952767" y="2633669"/>
                  </a:lnTo>
                  <a:close/>
                </a:path>
                <a:path extrusionOk="0" h="2641600" w="4627245">
                  <a:moveTo>
                    <a:pt x="4031727" y="2634201"/>
                  </a:moveTo>
                  <a:lnTo>
                    <a:pt x="3991804" y="2634201"/>
                  </a:lnTo>
                  <a:lnTo>
                    <a:pt x="3991804" y="2640582"/>
                  </a:lnTo>
                  <a:lnTo>
                    <a:pt x="4031727" y="2640582"/>
                  </a:lnTo>
                  <a:lnTo>
                    <a:pt x="4031727" y="2634201"/>
                  </a:lnTo>
                  <a:close/>
                </a:path>
                <a:path extrusionOk="0" h="2641600" w="4627245">
                  <a:moveTo>
                    <a:pt x="4110686" y="2634201"/>
                  </a:moveTo>
                  <a:lnTo>
                    <a:pt x="4071207" y="2634201"/>
                  </a:lnTo>
                  <a:lnTo>
                    <a:pt x="4071207" y="2640582"/>
                  </a:lnTo>
                  <a:lnTo>
                    <a:pt x="4110686" y="2640582"/>
                  </a:lnTo>
                  <a:lnTo>
                    <a:pt x="4110686" y="2634201"/>
                  </a:lnTo>
                  <a:close/>
                </a:path>
                <a:path extrusionOk="0" h="2641600" w="4627245">
                  <a:moveTo>
                    <a:pt x="4110686" y="2633669"/>
                  </a:moveTo>
                  <a:lnTo>
                    <a:pt x="4110686" y="2634201"/>
                  </a:lnTo>
                  <a:lnTo>
                    <a:pt x="4111130" y="2634201"/>
                  </a:lnTo>
                  <a:lnTo>
                    <a:pt x="4110686" y="2633669"/>
                  </a:lnTo>
                  <a:close/>
                </a:path>
                <a:path extrusionOk="0" h="2641600" w="4627245">
                  <a:moveTo>
                    <a:pt x="4190533" y="2634201"/>
                  </a:moveTo>
                  <a:lnTo>
                    <a:pt x="4150610" y="2634201"/>
                  </a:lnTo>
                  <a:lnTo>
                    <a:pt x="4150610" y="2640582"/>
                  </a:lnTo>
                  <a:lnTo>
                    <a:pt x="4190533" y="2640582"/>
                  </a:lnTo>
                  <a:lnTo>
                    <a:pt x="4190533" y="2634201"/>
                  </a:lnTo>
                  <a:close/>
                </a:path>
                <a:path extrusionOk="0" h="2641600" w="4627245">
                  <a:moveTo>
                    <a:pt x="4269493" y="2634201"/>
                  </a:moveTo>
                  <a:lnTo>
                    <a:pt x="4229569" y="2634201"/>
                  </a:lnTo>
                  <a:lnTo>
                    <a:pt x="4229569" y="2640582"/>
                  </a:lnTo>
                  <a:lnTo>
                    <a:pt x="4269493" y="2640582"/>
                  </a:lnTo>
                  <a:lnTo>
                    <a:pt x="4269493" y="2634201"/>
                  </a:lnTo>
                  <a:close/>
                </a:path>
                <a:path extrusionOk="0" h="2641600" w="4627245">
                  <a:moveTo>
                    <a:pt x="4348896" y="2634201"/>
                  </a:moveTo>
                  <a:lnTo>
                    <a:pt x="4308972" y="2634201"/>
                  </a:lnTo>
                  <a:lnTo>
                    <a:pt x="4308972" y="2640582"/>
                  </a:lnTo>
                  <a:lnTo>
                    <a:pt x="4348896" y="2640582"/>
                  </a:lnTo>
                  <a:lnTo>
                    <a:pt x="4348896" y="2634201"/>
                  </a:lnTo>
                  <a:close/>
                </a:path>
                <a:path extrusionOk="0" h="2641600" w="4627245">
                  <a:moveTo>
                    <a:pt x="4428299" y="2634201"/>
                  </a:moveTo>
                  <a:lnTo>
                    <a:pt x="4388376" y="2634201"/>
                  </a:lnTo>
                  <a:lnTo>
                    <a:pt x="4388376" y="2640582"/>
                  </a:lnTo>
                  <a:lnTo>
                    <a:pt x="4428299" y="2640582"/>
                  </a:lnTo>
                  <a:lnTo>
                    <a:pt x="4428299" y="2634201"/>
                  </a:lnTo>
                  <a:close/>
                </a:path>
                <a:path extrusionOk="0" h="2641600" w="4627245">
                  <a:moveTo>
                    <a:pt x="4507702" y="2634201"/>
                  </a:moveTo>
                  <a:lnTo>
                    <a:pt x="4467779" y="2634201"/>
                  </a:lnTo>
                  <a:lnTo>
                    <a:pt x="4467779" y="2640582"/>
                  </a:lnTo>
                  <a:lnTo>
                    <a:pt x="4507702" y="2640582"/>
                  </a:lnTo>
                  <a:lnTo>
                    <a:pt x="4507702" y="2634201"/>
                  </a:lnTo>
                  <a:close/>
                </a:path>
                <a:path extrusionOk="0" h="2641600" w="4627245">
                  <a:moveTo>
                    <a:pt x="4587105" y="2634201"/>
                  </a:moveTo>
                  <a:lnTo>
                    <a:pt x="4547625" y="2634201"/>
                  </a:lnTo>
                  <a:lnTo>
                    <a:pt x="4547625" y="2640582"/>
                  </a:lnTo>
                  <a:lnTo>
                    <a:pt x="4587105" y="2640582"/>
                  </a:lnTo>
                  <a:lnTo>
                    <a:pt x="4587105" y="2634201"/>
                  </a:lnTo>
                  <a:close/>
                </a:path>
                <a:path extrusionOk="0" h="2641600" w="4627245">
                  <a:moveTo>
                    <a:pt x="4627029" y="2601233"/>
                  </a:moveTo>
                  <a:lnTo>
                    <a:pt x="4620375" y="2601233"/>
                  </a:lnTo>
                  <a:lnTo>
                    <a:pt x="4620375" y="2641113"/>
                  </a:lnTo>
                  <a:lnTo>
                    <a:pt x="4627029" y="2641113"/>
                  </a:lnTo>
                  <a:lnTo>
                    <a:pt x="4627029" y="2601233"/>
                  </a:lnTo>
                  <a:close/>
                </a:path>
                <a:path extrusionOk="0" h="2641600" w="4627245">
                  <a:moveTo>
                    <a:pt x="4627029" y="2522005"/>
                  </a:moveTo>
                  <a:lnTo>
                    <a:pt x="4620375" y="2522005"/>
                  </a:lnTo>
                  <a:lnTo>
                    <a:pt x="4620375" y="2561885"/>
                  </a:lnTo>
                  <a:lnTo>
                    <a:pt x="4627029" y="2561885"/>
                  </a:lnTo>
                  <a:lnTo>
                    <a:pt x="4627029" y="2522005"/>
                  </a:lnTo>
                  <a:close/>
                </a:path>
                <a:path extrusionOk="0" h="2641600" w="4627245">
                  <a:moveTo>
                    <a:pt x="4627029" y="2442777"/>
                  </a:moveTo>
                  <a:lnTo>
                    <a:pt x="4620375" y="2442777"/>
                  </a:lnTo>
                  <a:lnTo>
                    <a:pt x="4620375" y="2481594"/>
                  </a:lnTo>
                  <a:lnTo>
                    <a:pt x="4627029" y="2481594"/>
                  </a:lnTo>
                  <a:lnTo>
                    <a:pt x="4627029" y="2442777"/>
                  </a:lnTo>
                  <a:close/>
                </a:path>
                <a:path extrusionOk="0" h="2641600" w="4627245">
                  <a:moveTo>
                    <a:pt x="4627029" y="2363549"/>
                  </a:moveTo>
                  <a:lnTo>
                    <a:pt x="4620375" y="2363549"/>
                  </a:lnTo>
                  <a:lnTo>
                    <a:pt x="4620375" y="2403429"/>
                  </a:lnTo>
                  <a:lnTo>
                    <a:pt x="4627029" y="2403429"/>
                  </a:lnTo>
                  <a:lnTo>
                    <a:pt x="4627029" y="2363549"/>
                  </a:lnTo>
                  <a:close/>
                </a:path>
                <a:path extrusionOk="0" h="2641600" w="4627245">
                  <a:moveTo>
                    <a:pt x="4627029" y="2284321"/>
                  </a:moveTo>
                  <a:lnTo>
                    <a:pt x="4620375" y="2284321"/>
                  </a:lnTo>
                  <a:lnTo>
                    <a:pt x="4620375" y="2324201"/>
                  </a:lnTo>
                  <a:lnTo>
                    <a:pt x="4627029" y="2324201"/>
                  </a:lnTo>
                  <a:lnTo>
                    <a:pt x="4627029" y="2284321"/>
                  </a:lnTo>
                  <a:close/>
                </a:path>
                <a:path extrusionOk="0" h="2641600" w="4627245">
                  <a:moveTo>
                    <a:pt x="4627029" y="2205093"/>
                  </a:moveTo>
                  <a:lnTo>
                    <a:pt x="4620375" y="2205093"/>
                  </a:lnTo>
                  <a:lnTo>
                    <a:pt x="4620375" y="2244973"/>
                  </a:lnTo>
                  <a:lnTo>
                    <a:pt x="4627029" y="2244973"/>
                  </a:lnTo>
                  <a:lnTo>
                    <a:pt x="4627029" y="2205093"/>
                  </a:lnTo>
                  <a:close/>
                </a:path>
                <a:path extrusionOk="0" h="2641600" w="4627245">
                  <a:moveTo>
                    <a:pt x="4627029" y="2125865"/>
                  </a:moveTo>
                  <a:lnTo>
                    <a:pt x="4620375" y="2125865"/>
                  </a:lnTo>
                  <a:lnTo>
                    <a:pt x="4620375" y="2165745"/>
                  </a:lnTo>
                  <a:lnTo>
                    <a:pt x="4627029" y="2165745"/>
                  </a:lnTo>
                  <a:lnTo>
                    <a:pt x="4627029" y="2125865"/>
                  </a:lnTo>
                  <a:close/>
                </a:path>
                <a:path extrusionOk="0" h="2641600" w="4627245">
                  <a:moveTo>
                    <a:pt x="4627029" y="2046637"/>
                  </a:moveTo>
                  <a:lnTo>
                    <a:pt x="4620375" y="2046637"/>
                  </a:lnTo>
                  <a:lnTo>
                    <a:pt x="4620375" y="2086517"/>
                  </a:lnTo>
                  <a:lnTo>
                    <a:pt x="4627029" y="2086517"/>
                  </a:lnTo>
                  <a:lnTo>
                    <a:pt x="4627029" y="2046637"/>
                  </a:lnTo>
                  <a:close/>
                </a:path>
                <a:path extrusionOk="0" h="2641600" w="4627245">
                  <a:moveTo>
                    <a:pt x="4627028" y="1967409"/>
                  </a:moveTo>
                  <a:lnTo>
                    <a:pt x="4620375" y="1967409"/>
                  </a:lnTo>
                  <a:lnTo>
                    <a:pt x="4620375" y="2007289"/>
                  </a:lnTo>
                  <a:lnTo>
                    <a:pt x="4627029" y="2007289"/>
                  </a:lnTo>
                  <a:lnTo>
                    <a:pt x="4627028" y="1967409"/>
                  </a:lnTo>
                  <a:close/>
                </a:path>
                <a:path extrusionOk="0" h="2641600" w="4627245">
                  <a:moveTo>
                    <a:pt x="4627028" y="1888181"/>
                  </a:moveTo>
                  <a:lnTo>
                    <a:pt x="4620375" y="1888181"/>
                  </a:lnTo>
                  <a:lnTo>
                    <a:pt x="4620375" y="1928060"/>
                  </a:lnTo>
                  <a:lnTo>
                    <a:pt x="4627028" y="1928060"/>
                  </a:lnTo>
                  <a:lnTo>
                    <a:pt x="4627028" y="1888181"/>
                  </a:lnTo>
                  <a:close/>
                </a:path>
                <a:path extrusionOk="0" h="2641600" w="4627245">
                  <a:moveTo>
                    <a:pt x="4627028" y="1808952"/>
                  </a:moveTo>
                  <a:lnTo>
                    <a:pt x="4620375" y="1808952"/>
                  </a:lnTo>
                  <a:lnTo>
                    <a:pt x="4620375" y="1848832"/>
                  </a:lnTo>
                  <a:lnTo>
                    <a:pt x="4627028" y="1848832"/>
                  </a:lnTo>
                  <a:lnTo>
                    <a:pt x="4627028" y="1808952"/>
                  </a:lnTo>
                  <a:close/>
                </a:path>
                <a:path extrusionOk="0" h="2641600" w="4627245">
                  <a:moveTo>
                    <a:pt x="4627028" y="1729724"/>
                  </a:moveTo>
                  <a:lnTo>
                    <a:pt x="4620375" y="1729724"/>
                  </a:lnTo>
                  <a:lnTo>
                    <a:pt x="4620375" y="1769073"/>
                  </a:lnTo>
                  <a:lnTo>
                    <a:pt x="4627028" y="1769073"/>
                  </a:lnTo>
                  <a:lnTo>
                    <a:pt x="4627028" y="1729724"/>
                  </a:lnTo>
                  <a:close/>
                </a:path>
                <a:path extrusionOk="0" h="2641600" w="4627245">
                  <a:moveTo>
                    <a:pt x="4627028" y="1650496"/>
                  </a:moveTo>
                  <a:lnTo>
                    <a:pt x="4620375" y="1650496"/>
                  </a:lnTo>
                  <a:lnTo>
                    <a:pt x="4620375" y="1690376"/>
                  </a:lnTo>
                  <a:lnTo>
                    <a:pt x="4627028" y="1690376"/>
                  </a:lnTo>
                  <a:lnTo>
                    <a:pt x="4627028" y="1650496"/>
                  </a:lnTo>
                  <a:close/>
                </a:path>
                <a:path extrusionOk="0" h="2641600" w="4627245">
                  <a:moveTo>
                    <a:pt x="4627028" y="1571268"/>
                  </a:moveTo>
                  <a:lnTo>
                    <a:pt x="4620375" y="1571268"/>
                  </a:lnTo>
                  <a:lnTo>
                    <a:pt x="4620375" y="1611148"/>
                  </a:lnTo>
                  <a:lnTo>
                    <a:pt x="4627028" y="1611148"/>
                  </a:lnTo>
                  <a:lnTo>
                    <a:pt x="4627028" y="1571268"/>
                  </a:lnTo>
                  <a:close/>
                </a:path>
                <a:path extrusionOk="0" h="2641600" w="4627245">
                  <a:moveTo>
                    <a:pt x="4627028" y="1492040"/>
                  </a:moveTo>
                  <a:lnTo>
                    <a:pt x="4620375" y="1492040"/>
                  </a:lnTo>
                  <a:lnTo>
                    <a:pt x="4620375" y="1531920"/>
                  </a:lnTo>
                  <a:lnTo>
                    <a:pt x="4627028" y="1531920"/>
                  </a:lnTo>
                  <a:lnTo>
                    <a:pt x="4627028" y="1492040"/>
                  </a:lnTo>
                  <a:close/>
                </a:path>
                <a:path extrusionOk="0" h="2641600" w="4627245">
                  <a:moveTo>
                    <a:pt x="4627028" y="1412812"/>
                  </a:moveTo>
                  <a:lnTo>
                    <a:pt x="4620375" y="1412812"/>
                  </a:lnTo>
                  <a:lnTo>
                    <a:pt x="4620375" y="1452692"/>
                  </a:lnTo>
                  <a:lnTo>
                    <a:pt x="4627028" y="1452692"/>
                  </a:lnTo>
                  <a:lnTo>
                    <a:pt x="4627028" y="1412812"/>
                  </a:lnTo>
                  <a:close/>
                </a:path>
                <a:path extrusionOk="0" h="2641600" w="4627245">
                  <a:moveTo>
                    <a:pt x="4627028" y="1333584"/>
                  </a:moveTo>
                  <a:lnTo>
                    <a:pt x="4620375" y="1333584"/>
                  </a:lnTo>
                  <a:lnTo>
                    <a:pt x="4620375" y="1373464"/>
                  </a:lnTo>
                  <a:lnTo>
                    <a:pt x="4627028" y="1373464"/>
                  </a:lnTo>
                  <a:lnTo>
                    <a:pt x="4627028" y="1333584"/>
                  </a:lnTo>
                  <a:close/>
                </a:path>
                <a:path extrusionOk="0" h="2641600" w="4627245">
                  <a:moveTo>
                    <a:pt x="4627028" y="1254356"/>
                  </a:moveTo>
                  <a:lnTo>
                    <a:pt x="4620375" y="1254356"/>
                  </a:lnTo>
                  <a:lnTo>
                    <a:pt x="4620375" y="1294236"/>
                  </a:lnTo>
                  <a:lnTo>
                    <a:pt x="4627028" y="1294236"/>
                  </a:lnTo>
                  <a:lnTo>
                    <a:pt x="4627028" y="1254356"/>
                  </a:lnTo>
                  <a:close/>
                </a:path>
                <a:path extrusionOk="0" h="2641600" w="4627245">
                  <a:moveTo>
                    <a:pt x="4627028" y="1175128"/>
                  </a:moveTo>
                  <a:lnTo>
                    <a:pt x="4620375" y="1175128"/>
                  </a:lnTo>
                  <a:lnTo>
                    <a:pt x="4620375" y="1215008"/>
                  </a:lnTo>
                  <a:lnTo>
                    <a:pt x="4627028" y="1215008"/>
                  </a:lnTo>
                  <a:lnTo>
                    <a:pt x="4627028" y="1175128"/>
                  </a:lnTo>
                  <a:close/>
                </a:path>
                <a:path extrusionOk="0" h="2641600" w="4627245">
                  <a:moveTo>
                    <a:pt x="4627028" y="1095900"/>
                  </a:moveTo>
                  <a:lnTo>
                    <a:pt x="4620375" y="1095900"/>
                  </a:lnTo>
                  <a:lnTo>
                    <a:pt x="4620375" y="1135779"/>
                  </a:lnTo>
                  <a:lnTo>
                    <a:pt x="4627028" y="1135779"/>
                  </a:lnTo>
                  <a:lnTo>
                    <a:pt x="4627028" y="1095900"/>
                  </a:lnTo>
                  <a:close/>
                </a:path>
                <a:path extrusionOk="0" h="2641600" w="4627245">
                  <a:moveTo>
                    <a:pt x="4627028" y="1016671"/>
                  </a:moveTo>
                  <a:lnTo>
                    <a:pt x="4620375" y="1016671"/>
                  </a:lnTo>
                  <a:lnTo>
                    <a:pt x="4620375" y="1056551"/>
                  </a:lnTo>
                  <a:lnTo>
                    <a:pt x="4627028" y="1056551"/>
                  </a:lnTo>
                  <a:lnTo>
                    <a:pt x="4627028" y="1016671"/>
                  </a:lnTo>
                  <a:close/>
                </a:path>
                <a:path extrusionOk="0" h="2641600" w="4627245">
                  <a:moveTo>
                    <a:pt x="4627028" y="937443"/>
                  </a:moveTo>
                  <a:lnTo>
                    <a:pt x="4620374" y="937443"/>
                  </a:lnTo>
                  <a:lnTo>
                    <a:pt x="4620375" y="976792"/>
                  </a:lnTo>
                  <a:lnTo>
                    <a:pt x="4627028" y="976792"/>
                  </a:lnTo>
                  <a:lnTo>
                    <a:pt x="4627028" y="937443"/>
                  </a:lnTo>
                  <a:close/>
                </a:path>
                <a:path extrusionOk="0" h="2641600" w="4627245">
                  <a:moveTo>
                    <a:pt x="4627028" y="858215"/>
                  </a:moveTo>
                  <a:lnTo>
                    <a:pt x="4620374" y="858215"/>
                  </a:lnTo>
                  <a:lnTo>
                    <a:pt x="4620374" y="898095"/>
                  </a:lnTo>
                  <a:lnTo>
                    <a:pt x="4627028" y="898095"/>
                  </a:lnTo>
                  <a:lnTo>
                    <a:pt x="4627028" y="858215"/>
                  </a:lnTo>
                  <a:close/>
                </a:path>
                <a:path extrusionOk="0" h="2641600" w="4627245">
                  <a:moveTo>
                    <a:pt x="4627028" y="778987"/>
                  </a:moveTo>
                  <a:lnTo>
                    <a:pt x="4620374" y="778987"/>
                  </a:lnTo>
                  <a:lnTo>
                    <a:pt x="4620374" y="818867"/>
                  </a:lnTo>
                  <a:lnTo>
                    <a:pt x="4627028" y="818867"/>
                  </a:lnTo>
                  <a:lnTo>
                    <a:pt x="4627028" y="778987"/>
                  </a:lnTo>
                  <a:close/>
                </a:path>
                <a:path extrusionOk="0" h="2641600" w="4627245">
                  <a:moveTo>
                    <a:pt x="4627028" y="699759"/>
                  </a:moveTo>
                  <a:lnTo>
                    <a:pt x="4620374" y="699759"/>
                  </a:lnTo>
                  <a:lnTo>
                    <a:pt x="4620374" y="739639"/>
                  </a:lnTo>
                  <a:lnTo>
                    <a:pt x="4627028" y="739639"/>
                  </a:lnTo>
                  <a:lnTo>
                    <a:pt x="4627028" y="699759"/>
                  </a:lnTo>
                  <a:close/>
                </a:path>
                <a:path extrusionOk="0" h="2641600" w="4627245">
                  <a:moveTo>
                    <a:pt x="4627028" y="620531"/>
                  </a:moveTo>
                  <a:lnTo>
                    <a:pt x="4620374" y="620531"/>
                  </a:lnTo>
                  <a:lnTo>
                    <a:pt x="4620374" y="660411"/>
                  </a:lnTo>
                  <a:lnTo>
                    <a:pt x="4627028" y="660411"/>
                  </a:lnTo>
                  <a:lnTo>
                    <a:pt x="4627028" y="620531"/>
                  </a:lnTo>
                  <a:close/>
                </a:path>
                <a:path extrusionOk="0" h="2641600" w="4627245">
                  <a:moveTo>
                    <a:pt x="4627028" y="541303"/>
                  </a:moveTo>
                  <a:lnTo>
                    <a:pt x="4620374" y="541303"/>
                  </a:lnTo>
                  <a:lnTo>
                    <a:pt x="4620374" y="581183"/>
                  </a:lnTo>
                  <a:lnTo>
                    <a:pt x="4627028" y="581183"/>
                  </a:lnTo>
                  <a:lnTo>
                    <a:pt x="4627028" y="541303"/>
                  </a:lnTo>
                  <a:close/>
                </a:path>
                <a:path extrusionOk="0" h="2641600" w="4627245">
                  <a:moveTo>
                    <a:pt x="4627028" y="462075"/>
                  </a:moveTo>
                  <a:lnTo>
                    <a:pt x="4620374" y="462075"/>
                  </a:lnTo>
                  <a:lnTo>
                    <a:pt x="4620374" y="501955"/>
                  </a:lnTo>
                  <a:lnTo>
                    <a:pt x="4627028" y="501955"/>
                  </a:lnTo>
                  <a:lnTo>
                    <a:pt x="4627028" y="462075"/>
                  </a:lnTo>
                  <a:close/>
                </a:path>
                <a:path extrusionOk="0" h="2641600" w="4627245">
                  <a:moveTo>
                    <a:pt x="4627028" y="382847"/>
                  </a:moveTo>
                  <a:lnTo>
                    <a:pt x="4620374" y="382847"/>
                  </a:lnTo>
                  <a:lnTo>
                    <a:pt x="4620374" y="422727"/>
                  </a:lnTo>
                  <a:lnTo>
                    <a:pt x="4627028" y="422727"/>
                  </a:lnTo>
                  <a:lnTo>
                    <a:pt x="4627028" y="382847"/>
                  </a:lnTo>
                  <a:close/>
                </a:path>
                <a:path extrusionOk="0" h="2641600" w="4627245">
                  <a:moveTo>
                    <a:pt x="4627028" y="303619"/>
                  </a:moveTo>
                  <a:lnTo>
                    <a:pt x="4620374" y="303619"/>
                  </a:lnTo>
                  <a:lnTo>
                    <a:pt x="4620374" y="343499"/>
                  </a:lnTo>
                  <a:lnTo>
                    <a:pt x="4627028" y="343499"/>
                  </a:lnTo>
                  <a:lnTo>
                    <a:pt x="4627028" y="303619"/>
                  </a:lnTo>
                  <a:close/>
                </a:path>
                <a:path extrusionOk="0" h="2641600" w="4627245">
                  <a:moveTo>
                    <a:pt x="4627028" y="224390"/>
                  </a:moveTo>
                  <a:lnTo>
                    <a:pt x="4620374" y="224390"/>
                  </a:lnTo>
                  <a:lnTo>
                    <a:pt x="4620374" y="264270"/>
                  </a:lnTo>
                  <a:lnTo>
                    <a:pt x="4627028" y="264270"/>
                  </a:lnTo>
                  <a:lnTo>
                    <a:pt x="4627028" y="224390"/>
                  </a:lnTo>
                  <a:close/>
                </a:path>
                <a:path extrusionOk="0" h="2641600" w="4627245">
                  <a:moveTo>
                    <a:pt x="4627028" y="145162"/>
                  </a:moveTo>
                  <a:lnTo>
                    <a:pt x="4620374" y="145162"/>
                  </a:lnTo>
                  <a:lnTo>
                    <a:pt x="4620374" y="184511"/>
                  </a:lnTo>
                  <a:lnTo>
                    <a:pt x="4627028" y="184511"/>
                  </a:lnTo>
                  <a:lnTo>
                    <a:pt x="4627028" y="145162"/>
                  </a:lnTo>
                  <a:close/>
                </a:path>
                <a:path extrusionOk="0" h="2641600" w="4627245">
                  <a:moveTo>
                    <a:pt x="4627028" y="65934"/>
                  </a:moveTo>
                  <a:lnTo>
                    <a:pt x="4620374" y="65934"/>
                  </a:lnTo>
                  <a:lnTo>
                    <a:pt x="4620374" y="105282"/>
                  </a:lnTo>
                  <a:lnTo>
                    <a:pt x="4627028" y="105282"/>
                  </a:lnTo>
                  <a:lnTo>
                    <a:pt x="4627028" y="65934"/>
                  </a:lnTo>
                  <a:close/>
                </a:path>
                <a:path extrusionOk="0" h="2641600" w="4627245">
                  <a:moveTo>
                    <a:pt x="4627028" y="0"/>
                  </a:moveTo>
                  <a:lnTo>
                    <a:pt x="4587549" y="0"/>
                  </a:lnTo>
                  <a:lnTo>
                    <a:pt x="4587549" y="6380"/>
                  </a:lnTo>
                  <a:lnTo>
                    <a:pt x="4620374" y="6380"/>
                  </a:lnTo>
                  <a:lnTo>
                    <a:pt x="4620374" y="26054"/>
                  </a:lnTo>
                  <a:lnTo>
                    <a:pt x="4627028" y="26054"/>
                  </a:lnTo>
                  <a:lnTo>
                    <a:pt x="4627028" y="0"/>
                  </a:lnTo>
                  <a:close/>
                </a:path>
              </a:pathLst>
            </a:custGeom>
            <a:solidFill>
              <a:srgbClr val="1556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4" name="Google Shape;254;p20"/>
            <p:cNvSpPr/>
            <p:nvPr/>
          </p:nvSpPr>
          <p:spPr>
            <a:xfrm>
              <a:off x="5309476" y="3709771"/>
              <a:ext cx="3964940" cy="1980564"/>
            </a:xfrm>
            <a:custGeom>
              <a:rect b="b" l="l" r="r" t="t"/>
              <a:pathLst>
                <a:path extrusionOk="0" h="1980564" w="3964940">
                  <a:moveTo>
                    <a:pt x="3964482" y="0"/>
                  </a:moveTo>
                  <a:lnTo>
                    <a:pt x="0" y="0"/>
                  </a:lnTo>
                  <a:lnTo>
                    <a:pt x="0" y="330022"/>
                  </a:lnTo>
                  <a:lnTo>
                    <a:pt x="12" y="1650098"/>
                  </a:lnTo>
                  <a:lnTo>
                    <a:pt x="12" y="1980120"/>
                  </a:lnTo>
                  <a:lnTo>
                    <a:pt x="3964482" y="1980120"/>
                  </a:lnTo>
                  <a:lnTo>
                    <a:pt x="3964482" y="1650492"/>
                  </a:lnTo>
                  <a:lnTo>
                    <a:pt x="3964482" y="1650098"/>
                  </a:lnTo>
                  <a:lnTo>
                    <a:pt x="3964482" y="330200"/>
                  </a:lnTo>
                  <a:lnTo>
                    <a:pt x="3634003" y="330200"/>
                  </a:lnTo>
                  <a:lnTo>
                    <a:pt x="3634003" y="1650098"/>
                  </a:lnTo>
                  <a:lnTo>
                    <a:pt x="330034" y="1650098"/>
                  </a:lnTo>
                  <a:lnTo>
                    <a:pt x="330034" y="330022"/>
                  </a:lnTo>
                  <a:lnTo>
                    <a:pt x="3964482" y="330022"/>
                  </a:lnTo>
                  <a:lnTo>
                    <a:pt x="3964482" y="0"/>
                  </a:lnTo>
                  <a:close/>
                </a:path>
              </a:pathLst>
            </a:custGeom>
            <a:solidFill>
              <a:srgbClr val="66C4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5" name="Google Shape;255;p20"/>
            <p:cNvSpPr/>
            <p:nvPr/>
          </p:nvSpPr>
          <p:spPr>
            <a:xfrm>
              <a:off x="5969555" y="4370173"/>
              <a:ext cx="2644140" cy="661035"/>
            </a:xfrm>
            <a:custGeom>
              <a:rect b="b" l="l" r="r" t="t"/>
              <a:pathLst>
                <a:path extrusionOk="0" h="661035" w="2644140">
                  <a:moveTo>
                    <a:pt x="2564676" y="0"/>
                  </a:moveTo>
                  <a:lnTo>
                    <a:pt x="2524753" y="0"/>
                  </a:lnTo>
                  <a:lnTo>
                    <a:pt x="2524753" y="6380"/>
                  </a:lnTo>
                  <a:lnTo>
                    <a:pt x="2564676" y="6380"/>
                  </a:lnTo>
                  <a:lnTo>
                    <a:pt x="2564676" y="0"/>
                  </a:lnTo>
                  <a:close/>
                </a:path>
                <a:path extrusionOk="0" h="661035" w="2644140">
                  <a:moveTo>
                    <a:pt x="2485362" y="0"/>
                  </a:moveTo>
                  <a:lnTo>
                    <a:pt x="2445438" y="0"/>
                  </a:lnTo>
                  <a:lnTo>
                    <a:pt x="2445438" y="6380"/>
                  </a:lnTo>
                  <a:lnTo>
                    <a:pt x="2485362" y="6380"/>
                  </a:lnTo>
                  <a:lnTo>
                    <a:pt x="2485362" y="0"/>
                  </a:lnTo>
                  <a:close/>
                </a:path>
                <a:path extrusionOk="0" h="661035" w="2644140">
                  <a:moveTo>
                    <a:pt x="2406047" y="0"/>
                  </a:moveTo>
                  <a:lnTo>
                    <a:pt x="2366124" y="0"/>
                  </a:lnTo>
                  <a:lnTo>
                    <a:pt x="2366124" y="6380"/>
                  </a:lnTo>
                  <a:lnTo>
                    <a:pt x="2406047" y="6380"/>
                  </a:lnTo>
                  <a:lnTo>
                    <a:pt x="2406047" y="0"/>
                  </a:lnTo>
                  <a:close/>
                </a:path>
                <a:path extrusionOk="0" h="661035" w="2644140">
                  <a:moveTo>
                    <a:pt x="2326733" y="0"/>
                  </a:moveTo>
                  <a:lnTo>
                    <a:pt x="2286810" y="0"/>
                  </a:lnTo>
                  <a:lnTo>
                    <a:pt x="2286810" y="6380"/>
                  </a:lnTo>
                  <a:lnTo>
                    <a:pt x="2326733" y="6380"/>
                  </a:lnTo>
                  <a:lnTo>
                    <a:pt x="2326733" y="0"/>
                  </a:lnTo>
                  <a:close/>
                </a:path>
                <a:path extrusionOk="0" h="661035" w="2644140">
                  <a:moveTo>
                    <a:pt x="2247419" y="0"/>
                  </a:moveTo>
                  <a:lnTo>
                    <a:pt x="2207495" y="0"/>
                  </a:lnTo>
                  <a:lnTo>
                    <a:pt x="2207495" y="6380"/>
                  </a:lnTo>
                  <a:lnTo>
                    <a:pt x="2247419" y="6380"/>
                  </a:lnTo>
                  <a:lnTo>
                    <a:pt x="2247419" y="0"/>
                  </a:lnTo>
                  <a:close/>
                </a:path>
                <a:path extrusionOk="0" h="661035" w="2644140">
                  <a:moveTo>
                    <a:pt x="2168104" y="0"/>
                  </a:moveTo>
                  <a:lnTo>
                    <a:pt x="2128181" y="0"/>
                  </a:lnTo>
                  <a:lnTo>
                    <a:pt x="2128181" y="6380"/>
                  </a:lnTo>
                  <a:lnTo>
                    <a:pt x="2168104" y="6380"/>
                  </a:lnTo>
                  <a:lnTo>
                    <a:pt x="2168104" y="0"/>
                  </a:lnTo>
                  <a:close/>
                </a:path>
                <a:path extrusionOk="0" h="661035" w="2644140">
                  <a:moveTo>
                    <a:pt x="2088790" y="0"/>
                  </a:moveTo>
                  <a:lnTo>
                    <a:pt x="2048866" y="0"/>
                  </a:lnTo>
                  <a:lnTo>
                    <a:pt x="2048866" y="6380"/>
                  </a:lnTo>
                  <a:lnTo>
                    <a:pt x="2088790" y="6380"/>
                  </a:lnTo>
                  <a:lnTo>
                    <a:pt x="2088790" y="0"/>
                  </a:lnTo>
                  <a:close/>
                </a:path>
                <a:path extrusionOk="0" h="661035" w="2644140">
                  <a:moveTo>
                    <a:pt x="2009475" y="0"/>
                  </a:moveTo>
                  <a:lnTo>
                    <a:pt x="1969552" y="0"/>
                  </a:lnTo>
                  <a:lnTo>
                    <a:pt x="1969552" y="6380"/>
                  </a:lnTo>
                  <a:lnTo>
                    <a:pt x="2009475" y="6380"/>
                  </a:lnTo>
                  <a:lnTo>
                    <a:pt x="2009475" y="0"/>
                  </a:lnTo>
                  <a:close/>
                </a:path>
                <a:path extrusionOk="0" h="661035" w="2644140">
                  <a:moveTo>
                    <a:pt x="1930161" y="0"/>
                  </a:moveTo>
                  <a:lnTo>
                    <a:pt x="1890238" y="0"/>
                  </a:lnTo>
                  <a:lnTo>
                    <a:pt x="1890238" y="6380"/>
                  </a:lnTo>
                  <a:lnTo>
                    <a:pt x="1930161" y="6380"/>
                  </a:lnTo>
                  <a:lnTo>
                    <a:pt x="1930161" y="0"/>
                  </a:lnTo>
                  <a:close/>
                </a:path>
                <a:path extrusionOk="0" h="661035" w="2644140">
                  <a:moveTo>
                    <a:pt x="1850847" y="0"/>
                  </a:moveTo>
                  <a:lnTo>
                    <a:pt x="1810923" y="0"/>
                  </a:lnTo>
                  <a:lnTo>
                    <a:pt x="1810923" y="6380"/>
                  </a:lnTo>
                  <a:lnTo>
                    <a:pt x="1850847" y="6380"/>
                  </a:lnTo>
                  <a:lnTo>
                    <a:pt x="1850847" y="0"/>
                  </a:lnTo>
                  <a:close/>
                </a:path>
                <a:path extrusionOk="0" h="661035" w="2644140">
                  <a:moveTo>
                    <a:pt x="1771532" y="0"/>
                  </a:moveTo>
                  <a:lnTo>
                    <a:pt x="1731609" y="0"/>
                  </a:lnTo>
                  <a:lnTo>
                    <a:pt x="1731609" y="6380"/>
                  </a:lnTo>
                  <a:lnTo>
                    <a:pt x="1771532" y="6380"/>
                  </a:lnTo>
                  <a:lnTo>
                    <a:pt x="1771532" y="0"/>
                  </a:lnTo>
                  <a:close/>
                </a:path>
                <a:path extrusionOk="0" h="661035" w="2644140">
                  <a:moveTo>
                    <a:pt x="1692218" y="0"/>
                  </a:moveTo>
                  <a:lnTo>
                    <a:pt x="1652294" y="0"/>
                  </a:lnTo>
                  <a:lnTo>
                    <a:pt x="1652294" y="6380"/>
                  </a:lnTo>
                  <a:lnTo>
                    <a:pt x="1692218" y="6380"/>
                  </a:lnTo>
                  <a:lnTo>
                    <a:pt x="1692218" y="0"/>
                  </a:lnTo>
                  <a:close/>
                </a:path>
                <a:path extrusionOk="0" h="661035" w="2644140">
                  <a:moveTo>
                    <a:pt x="1612903" y="0"/>
                  </a:moveTo>
                  <a:lnTo>
                    <a:pt x="1572980" y="0"/>
                  </a:lnTo>
                  <a:lnTo>
                    <a:pt x="1572980" y="6380"/>
                  </a:lnTo>
                  <a:lnTo>
                    <a:pt x="1612903" y="6380"/>
                  </a:lnTo>
                  <a:lnTo>
                    <a:pt x="1612903" y="0"/>
                  </a:lnTo>
                  <a:close/>
                </a:path>
                <a:path extrusionOk="0" h="661035" w="2644140">
                  <a:moveTo>
                    <a:pt x="1533589" y="0"/>
                  </a:moveTo>
                  <a:lnTo>
                    <a:pt x="1493666" y="0"/>
                  </a:lnTo>
                  <a:lnTo>
                    <a:pt x="1493666" y="6380"/>
                  </a:lnTo>
                  <a:lnTo>
                    <a:pt x="1533589" y="6380"/>
                  </a:lnTo>
                  <a:lnTo>
                    <a:pt x="1533589" y="0"/>
                  </a:lnTo>
                  <a:close/>
                </a:path>
                <a:path extrusionOk="0" h="661035" w="2644140">
                  <a:moveTo>
                    <a:pt x="1454274" y="0"/>
                  </a:moveTo>
                  <a:lnTo>
                    <a:pt x="1414351" y="0"/>
                  </a:lnTo>
                  <a:lnTo>
                    <a:pt x="1414351" y="6380"/>
                  </a:lnTo>
                  <a:lnTo>
                    <a:pt x="1454274" y="6380"/>
                  </a:lnTo>
                  <a:lnTo>
                    <a:pt x="1454274" y="0"/>
                  </a:lnTo>
                  <a:close/>
                </a:path>
                <a:path extrusionOk="0" h="661035" w="2644140">
                  <a:moveTo>
                    <a:pt x="1374960" y="0"/>
                  </a:moveTo>
                  <a:lnTo>
                    <a:pt x="1335037" y="0"/>
                  </a:lnTo>
                  <a:lnTo>
                    <a:pt x="1335037" y="6380"/>
                  </a:lnTo>
                  <a:lnTo>
                    <a:pt x="1374960" y="6380"/>
                  </a:lnTo>
                  <a:lnTo>
                    <a:pt x="1374960" y="0"/>
                  </a:lnTo>
                  <a:close/>
                </a:path>
                <a:path extrusionOk="0" h="661035" w="2644140">
                  <a:moveTo>
                    <a:pt x="1295646" y="0"/>
                  </a:moveTo>
                  <a:lnTo>
                    <a:pt x="1256255" y="0"/>
                  </a:lnTo>
                  <a:lnTo>
                    <a:pt x="1256255" y="6380"/>
                  </a:lnTo>
                  <a:lnTo>
                    <a:pt x="1296178" y="6380"/>
                  </a:lnTo>
                  <a:lnTo>
                    <a:pt x="1295646" y="0"/>
                  </a:lnTo>
                  <a:close/>
                </a:path>
                <a:path extrusionOk="0" h="661035" w="2644140">
                  <a:moveTo>
                    <a:pt x="1216331" y="0"/>
                  </a:moveTo>
                  <a:lnTo>
                    <a:pt x="1176408" y="0"/>
                  </a:lnTo>
                  <a:lnTo>
                    <a:pt x="1176408" y="6380"/>
                  </a:lnTo>
                  <a:lnTo>
                    <a:pt x="1216331" y="6380"/>
                  </a:lnTo>
                  <a:lnTo>
                    <a:pt x="1216331" y="0"/>
                  </a:lnTo>
                  <a:close/>
                </a:path>
                <a:path extrusionOk="0" h="661035" w="2644140">
                  <a:moveTo>
                    <a:pt x="1137017" y="0"/>
                  </a:moveTo>
                  <a:lnTo>
                    <a:pt x="1097093" y="0"/>
                  </a:lnTo>
                  <a:lnTo>
                    <a:pt x="1097093" y="6380"/>
                  </a:lnTo>
                  <a:lnTo>
                    <a:pt x="1137017" y="6380"/>
                  </a:lnTo>
                  <a:lnTo>
                    <a:pt x="1137017" y="0"/>
                  </a:lnTo>
                  <a:close/>
                </a:path>
                <a:path extrusionOk="0" h="661035" w="2644140">
                  <a:moveTo>
                    <a:pt x="1057702" y="0"/>
                  </a:moveTo>
                  <a:lnTo>
                    <a:pt x="1017779" y="0"/>
                  </a:lnTo>
                  <a:lnTo>
                    <a:pt x="1017779" y="6380"/>
                  </a:lnTo>
                  <a:lnTo>
                    <a:pt x="1057702" y="6380"/>
                  </a:lnTo>
                  <a:lnTo>
                    <a:pt x="1057702" y="0"/>
                  </a:lnTo>
                  <a:close/>
                </a:path>
                <a:path extrusionOk="0" h="661035" w="2644140">
                  <a:moveTo>
                    <a:pt x="978388" y="0"/>
                  </a:moveTo>
                  <a:lnTo>
                    <a:pt x="938465" y="0"/>
                  </a:lnTo>
                  <a:lnTo>
                    <a:pt x="938465" y="6380"/>
                  </a:lnTo>
                  <a:lnTo>
                    <a:pt x="978388" y="6380"/>
                  </a:lnTo>
                  <a:lnTo>
                    <a:pt x="978388" y="0"/>
                  </a:lnTo>
                  <a:close/>
                </a:path>
                <a:path extrusionOk="0" h="661035" w="2644140">
                  <a:moveTo>
                    <a:pt x="899074" y="0"/>
                  </a:moveTo>
                  <a:lnTo>
                    <a:pt x="859150" y="0"/>
                  </a:lnTo>
                  <a:lnTo>
                    <a:pt x="859150" y="6380"/>
                  </a:lnTo>
                  <a:lnTo>
                    <a:pt x="899074" y="6380"/>
                  </a:lnTo>
                  <a:lnTo>
                    <a:pt x="899074" y="0"/>
                  </a:lnTo>
                  <a:close/>
                </a:path>
                <a:path extrusionOk="0" h="661035" w="2644140">
                  <a:moveTo>
                    <a:pt x="819759" y="0"/>
                  </a:moveTo>
                  <a:lnTo>
                    <a:pt x="779836" y="0"/>
                  </a:lnTo>
                  <a:lnTo>
                    <a:pt x="779836" y="6380"/>
                  </a:lnTo>
                  <a:lnTo>
                    <a:pt x="819759" y="6380"/>
                  </a:lnTo>
                  <a:lnTo>
                    <a:pt x="819759" y="0"/>
                  </a:lnTo>
                  <a:close/>
                </a:path>
                <a:path extrusionOk="0" h="661035" w="2644140">
                  <a:moveTo>
                    <a:pt x="740445" y="0"/>
                  </a:moveTo>
                  <a:lnTo>
                    <a:pt x="700521" y="0"/>
                  </a:lnTo>
                  <a:lnTo>
                    <a:pt x="700521" y="6380"/>
                  </a:lnTo>
                  <a:lnTo>
                    <a:pt x="740445" y="6380"/>
                  </a:lnTo>
                  <a:lnTo>
                    <a:pt x="740445" y="0"/>
                  </a:lnTo>
                  <a:close/>
                </a:path>
                <a:path extrusionOk="0" h="661035" w="2644140">
                  <a:moveTo>
                    <a:pt x="661130" y="0"/>
                  </a:moveTo>
                  <a:lnTo>
                    <a:pt x="621207" y="0"/>
                  </a:lnTo>
                  <a:lnTo>
                    <a:pt x="621207" y="6380"/>
                  </a:lnTo>
                  <a:lnTo>
                    <a:pt x="661130" y="6380"/>
                  </a:lnTo>
                  <a:lnTo>
                    <a:pt x="661130" y="0"/>
                  </a:lnTo>
                  <a:close/>
                </a:path>
                <a:path extrusionOk="0" h="661035" w="2644140">
                  <a:moveTo>
                    <a:pt x="581816" y="0"/>
                  </a:moveTo>
                  <a:lnTo>
                    <a:pt x="541893" y="0"/>
                  </a:lnTo>
                  <a:lnTo>
                    <a:pt x="541893" y="6380"/>
                  </a:lnTo>
                  <a:lnTo>
                    <a:pt x="581816" y="6380"/>
                  </a:lnTo>
                  <a:lnTo>
                    <a:pt x="581816" y="0"/>
                  </a:lnTo>
                  <a:close/>
                </a:path>
                <a:path extrusionOk="0" h="661035" w="2644140">
                  <a:moveTo>
                    <a:pt x="502502" y="0"/>
                  </a:moveTo>
                  <a:lnTo>
                    <a:pt x="463110" y="0"/>
                  </a:lnTo>
                  <a:lnTo>
                    <a:pt x="463110" y="6380"/>
                  </a:lnTo>
                  <a:lnTo>
                    <a:pt x="503034" y="6380"/>
                  </a:lnTo>
                  <a:lnTo>
                    <a:pt x="502502" y="0"/>
                  </a:lnTo>
                  <a:close/>
                </a:path>
                <a:path extrusionOk="0" h="661035" w="2644140">
                  <a:moveTo>
                    <a:pt x="423187" y="0"/>
                  </a:moveTo>
                  <a:lnTo>
                    <a:pt x="383796" y="0"/>
                  </a:lnTo>
                  <a:lnTo>
                    <a:pt x="383796" y="6380"/>
                  </a:lnTo>
                  <a:lnTo>
                    <a:pt x="423719" y="6380"/>
                  </a:lnTo>
                  <a:lnTo>
                    <a:pt x="423187" y="0"/>
                  </a:lnTo>
                  <a:close/>
                </a:path>
                <a:path extrusionOk="0" h="661035" w="2644140">
                  <a:moveTo>
                    <a:pt x="343873" y="0"/>
                  </a:moveTo>
                  <a:lnTo>
                    <a:pt x="304482" y="0"/>
                  </a:lnTo>
                  <a:lnTo>
                    <a:pt x="304482" y="6380"/>
                  </a:lnTo>
                  <a:lnTo>
                    <a:pt x="344405" y="6380"/>
                  </a:lnTo>
                  <a:lnTo>
                    <a:pt x="343873" y="0"/>
                  </a:lnTo>
                  <a:close/>
                </a:path>
                <a:path extrusionOk="0" h="661035" w="2644140">
                  <a:moveTo>
                    <a:pt x="264558" y="0"/>
                  </a:moveTo>
                  <a:lnTo>
                    <a:pt x="224635" y="0"/>
                  </a:lnTo>
                  <a:lnTo>
                    <a:pt x="224635" y="6380"/>
                  </a:lnTo>
                  <a:lnTo>
                    <a:pt x="264558" y="6380"/>
                  </a:lnTo>
                  <a:lnTo>
                    <a:pt x="264558" y="0"/>
                  </a:lnTo>
                  <a:close/>
                </a:path>
                <a:path extrusionOk="0" h="661035" w="2644140">
                  <a:moveTo>
                    <a:pt x="185244" y="0"/>
                  </a:moveTo>
                  <a:lnTo>
                    <a:pt x="145321" y="0"/>
                  </a:lnTo>
                  <a:lnTo>
                    <a:pt x="145321" y="6380"/>
                  </a:lnTo>
                  <a:lnTo>
                    <a:pt x="185244" y="6380"/>
                  </a:lnTo>
                  <a:lnTo>
                    <a:pt x="185244" y="0"/>
                  </a:lnTo>
                  <a:close/>
                </a:path>
                <a:path extrusionOk="0" h="661035" w="2644140">
                  <a:moveTo>
                    <a:pt x="106462" y="0"/>
                  </a:moveTo>
                  <a:lnTo>
                    <a:pt x="66006" y="0"/>
                  </a:lnTo>
                  <a:lnTo>
                    <a:pt x="66006" y="6380"/>
                  </a:lnTo>
                  <a:lnTo>
                    <a:pt x="106462" y="6380"/>
                  </a:lnTo>
                  <a:lnTo>
                    <a:pt x="106462" y="0"/>
                  </a:lnTo>
                  <a:close/>
                </a:path>
                <a:path extrusionOk="0" h="661035" w="2644140">
                  <a:moveTo>
                    <a:pt x="26615" y="0"/>
                  </a:moveTo>
                  <a:lnTo>
                    <a:pt x="0" y="0"/>
                  </a:lnTo>
                  <a:lnTo>
                    <a:pt x="0" y="13293"/>
                  </a:lnTo>
                  <a:lnTo>
                    <a:pt x="6387" y="13293"/>
                  </a:lnTo>
                  <a:lnTo>
                    <a:pt x="6387" y="6912"/>
                  </a:lnTo>
                  <a:lnTo>
                    <a:pt x="26083" y="6912"/>
                  </a:lnTo>
                  <a:lnTo>
                    <a:pt x="26615" y="0"/>
                  </a:lnTo>
                  <a:close/>
                </a:path>
                <a:path extrusionOk="0" h="661035" w="2644140">
                  <a:moveTo>
                    <a:pt x="6920" y="52641"/>
                  </a:moveTo>
                  <a:lnTo>
                    <a:pt x="532" y="52641"/>
                  </a:lnTo>
                  <a:lnTo>
                    <a:pt x="532" y="92521"/>
                  </a:lnTo>
                  <a:lnTo>
                    <a:pt x="6920" y="92521"/>
                  </a:lnTo>
                  <a:lnTo>
                    <a:pt x="6920" y="52641"/>
                  </a:lnTo>
                  <a:close/>
                </a:path>
                <a:path extrusionOk="0" h="661035" w="2644140">
                  <a:moveTo>
                    <a:pt x="6920" y="131869"/>
                  </a:moveTo>
                  <a:lnTo>
                    <a:pt x="532" y="131869"/>
                  </a:lnTo>
                  <a:lnTo>
                    <a:pt x="532" y="171749"/>
                  </a:lnTo>
                  <a:lnTo>
                    <a:pt x="6920" y="171749"/>
                  </a:lnTo>
                  <a:lnTo>
                    <a:pt x="6920" y="131869"/>
                  </a:lnTo>
                  <a:close/>
                </a:path>
                <a:path extrusionOk="0" h="661035" w="2644140">
                  <a:moveTo>
                    <a:pt x="6920" y="211097"/>
                  </a:moveTo>
                  <a:lnTo>
                    <a:pt x="532" y="211097"/>
                  </a:lnTo>
                  <a:lnTo>
                    <a:pt x="532" y="250977"/>
                  </a:lnTo>
                  <a:lnTo>
                    <a:pt x="6920" y="250977"/>
                  </a:lnTo>
                  <a:lnTo>
                    <a:pt x="6920" y="211097"/>
                  </a:lnTo>
                  <a:close/>
                </a:path>
                <a:path extrusionOk="0" h="661035" w="2644140">
                  <a:moveTo>
                    <a:pt x="6920" y="290325"/>
                  </a:moveTo>
                  <a:lnTo>
                    <a:pt x="532" y="290325"/>
                  </a:lnTo>
                  <a:lnTo>
                    <a:pt x="532" y="330205"/>
                  </a:lnTo>
                  <a:lnTo>
                    <a:pt x="6920" y="330205"/>
                  </a:lnTo>
                  <a:lnTo>
                    <a:pt x="6920" y="290325"/>
                  </a:lnTo>
                  <a:close/>
                </a:path>
                <a:path extrusionOk="0" h="661035" w="2644140">
                  <a:moveTo>
                    <a:pt x="6920" y="369553"/>
                  </a:moveTo>
                  <a:lnTo>
                    <a:pt x="532" y="369553"/>
                  </a:lnTo>
                  <a:lnTo>
                    <a:pt x="532" y="409433"/>
                  </a:lnTo>
                  <a:lnTo>
                    <a:pt x="6920" y="409433"/>
                  </a:lnTo>
                  <a:lnTo>
                    <a:pt x="6920" y="369553"/>
                  </a:lnTo>
                  <a:close/>
                </a:path>
                <a:path extrusionOk="0" h="661035" w="2644140">
                  <a:moveTo>
                    <a:pt x="6920" y="448781"/>
                  </a:moveTo>
                  <a:lnTo>
                    <a:pt x="532" y="448781"/>
                  </a:lnTo>
                  <a:lnTo>
                    <a:pt x="532" y="488661"/>
                  </a:lnTo>
                  <a:lnTo>
                    <a:pt x="6920" y="488661"/>
                  </a:lnTo>
                  <a:lnTo>
                    <a:pt x="6920" y="448781"/>
                  </a:lnTo>
                  <a:close/>
                </a:path>
                <a:path extrusionOk="0" h="661035" w="2644140">
                  <a:moveTo>
                    <a:pt x="6920" y="528010"/>
                  </a:moveTo>
                  <a:lnTo>
                    <a:pt x="532" y="528010"/>
                  </a:lnTo>
                  <a:lnTo>
                    <a:pt x="532" y="567889"/>
                  </a:lnTo>
                  <a:lnTo>
                    <a:pt x="6920" y="567889"/>
                  </a:lnTo>
                  <a:lnTo>
                    <a:pt x="6920" y="528010"/>
                  </a:lnTo>
                  <a:close/>
                </a:path>
                <a:path extrusionOk="0" h="661035" w="2644140">
                  <a:moveTo>
                    <a:pt x="6920" y="607238"/>
                  </a:moveTo>
                  <a:lnTo>
                    <a:pt x="532" y="607238"/>
                  </a:lnTo>
                  <a:lnTo>
                    <a:pt x="532" y="647118"/>
                  </a:lnTo>
                  <a:lnTo>
                    <a:pt x="6920" y="647118"/>
                  </a:lnTo>
                  <a:lnTo>
                    <a:pt x="6920" y="607238"/>
                  </a:lnTo>
                  <a:close/>
                </a:path>
                <a:path extrusionOk="0" h="661035" w="2644140">
                  <a:moveTo>
                    <a:pt x="66539" y="653498"/>
                  </a:moveTo>
                  <a:lnTo>
                    <a:pt x="26615" y="653498"/>
                  </a:lnTo>
                  <a:lnTo>
                    <a:pt x="26615" y="659879"/>
                  </a:lnTo>
                  <a:lnTo>
                    <a:pt x="66539" y="659879"/>
                  </a:lnTo>
                  <a:lnTo>
                    <a:pt x="66539" y="653498"/>
                  </a:lnTo>
                  <a:close/>
                </a:path>
                <a:path extrusionOk="0" h="661035" w="2644140">
                  <a:moveTo>
                    <a:pt x="146385" y="653498"/>
                  </a:moveTo>
                  <a:lnTo>
                    <a:pt x="106462" y="653498"/>
                  </a:lnTo>
                  <a:lnTo>
                    <a:pt x="106462" y="659879"/>
                  </a:lnTo>
                  <a:lnTo>
                    <a:pt x="146385" y="659879"/>
                  </a:lnTo>
                  <a:lnTo>
                    <a:pt x="146385" y="653498"/>
                  </a:lnTo>
                  <a:close/>
                </a:path>
                <a:path extrusionOk="0" h="661035" w="2644140">
                  <a:moveTo>
                    <a:pt x="224635" y="653498"/>
                  </a:moveTo>
                  <a:lnTo>
                    <a:pt x="184712" y="653498"/>
                  </a:lnTo>
                  <a:lnTo>
                    <a:pt x="184712" y="659879"/>
                  </a:lnTo>
                  <a:lnTo>
                    <a:pt x="224635" y="659879"/>
                  </a:lnTo>
                  <a:lnTo>
                    <a:pt x="224635" y="653498"/>
                  </a:lnTo>
                  <a:close/>
                </a:path>
                <a:path extrusionOk="0" h="661035" w="2644140">
                  <a:moveTo>
                    <a:pt x="303949" y="653498"/>
                  </a:moveTo>
                  <a:lnTo>
                    <a:pt x="264026" y="653498"/>
                  </a:lnTo>
                  <a:lnTo>
                    <a:pt x="264026" y="659879"/>
                  </a:lnTo>
                  <a:lnTo>
                    <a:pt x="303949" y="659879"/>
                  </a:lnTo>
                  <a:lnTo>
                    <a:pt x="303949" y="653498"/>
                  </a:lnTo>
                  <a:close/>
                </a:path>
                <a:path extrusionOk="0" h="661035" w="2644140">
                  <a:moveTo>
                    <a:pt x="383264" y="653498"/>
                  </a:moveTo>
                  <a:lnTo>
                    <a:pt x="343340" y="653498"/>
                  </a:lnTo>
                  <a:lnTo>
                    <a:pt x="343340" y="659879"/>
                  </a:lnTo>
                  <a:lnTo>
                    <a:pt x="383264" y="659879"/>
                  </a:lnTo>
                  <a:lnTo>
                    <a:pt x="383264" y="653498"/>
                  </a:lnTo>
                  <a:close/>
                </a:path>
                <a:path extrusionOk="0" h="661035" w="2644140">
                  <a:moveTo>
                    <a:pt x="462578" y="653498"/>
                  </a:moveTo>
                  <a:lnTo>
                    <a:pt x="422655" y="653498"/>
                  </a:lnTo>
                  <a:lnTo>
                    <a:pt x="422655" y="659879"/>
                  </a:lnTo>
                  <a:lnTo>
                    <a:pt x="462578" y="659879"/>
                  </a:lnTo>
                  <a:lnTo>
                    <a:pt x="462578" y="653498"/>
                  </a:lnTo>
                  <a:close/>
                </a:path>
                <a:path extrusionOk="0" h="661035" w="2644140">
                  <a:moveTo>
                    <a:pt x="541893" y="653498"/>
                  </a:moveTo>
                  <a:lnTo>
                    <a:pt x="501969" y="653498"/>
                  </a:lnTo>
                  <a:lnTo>
                    <a:pt x="501969" y="659879"/>
                  </a:lnTo>
                  <a:lnTo>
                    <a:pt x="541893" y="659879"/>
                  </a:lnTo>
                  <a:lnTo>
                    <a:pt x="541893" y="653498"/>
                  </a:lnTo>
                  <a:close/>
                </a:path>
                <a:path extrusionOk="0" h="661035" w="2644140">
                  <a:moveTo>
                    <a:pt x="621207" y="653498"/>
                  </a:moveTo>
                  <a:lnTo>
                    <a:pt x="581284" y="653498"/>
                  </a:lnTo>
                  <a:lnTo>
                    <a:pt x="581284" y="659879"/>
                  </a:lnTo>
                  <a:lnTo>
                    <a:pt x="621207" y="659879"/>
                  </a:lnTo>
                  <a:lnTo>
                    <a:pt x="621207" y="653498"/>
                  </a:lnTo>
                  <a:close/>
                </a:path>
                <a:path extrusionOk="0" h="661035" w="2644140">
                  <a:moveTo>
                    <a:pt x="700521" y="653498"/>
                  </a:moveTo>
                  <a:lnTo>
                    <a:pt x="660598" y="653498"/>
                  </a:lnTo>
                  <a:lnTo>
                    <a:pt x="660598" y="659879"/>
                  </a:lnTo>
                  <a:lnTo>
                    <a:pt x="700521" y="659879"/>
                  </a:lnTo>
                  <a:lnTo>
                    <a:pt x="700521" y="653498"/>
                  </a:lnTo>
                  <a:close/>
                </a:path>
                <a:path extrusionOk="0" h="661035" w="2644140">
                  <a:moveTo>
                    <a:pt x="779836" y="653498"/>
                  </a:moveTo>
                  <a:lnTo>
                    <a:pt x="739913" y="653498"/>
                  </a:lnTo>
                  <a:lnTo>
                    <a:pt x="739913" y="659879"/>
                  </a:lnTo>
                  <a:lnTo>
                    <a:pt x="779836" y="659879"/>
                  </a:lnTo>
                  <a:lnTo>
                    <a:pt x="779836" y="653498"/>
                  </a:lnTo>
                  <a:close/>
                </a:path>
                <a:path extrusionOk="0" h="661035" w="2644140">
                  <a:moveTo>
                    <a:pt x="859150" y="653498"/>
                  </a:moveTo>
                  <a:lnTo>
                    <a:pt x="819759" y="653498"/>
                  </a:lnTo>
                  <a:lnTo>
                    <a:pt x="819759" y="659879"/>
                  </a:lnTo>
                  <a:lnTo>
                    <a:pt x="859683" y="659879"/>
                  </a:lnTo>
                  <a:lnTo>
                    <a:pt x="859150" y="653498"/>
                  </a:lnTo>
                  <a:close/>
                </a:path>
                <a:path extrusionOk="0" h="661035" w="2644140">
                  <a:moveTo>
                    <a:pt x="938465" y="653498"/>
                  </a:moveTo>
                  <a:lnTo>
                    <a:pt x="898541" y="653498"/>
                  </a:lnTo>
                  <a:lnTo>
                    <a:pt x="898541" y="659879"/>
                  </a:lnTo>
                  <a:lnTo>
                    <a:pt x="938465" y="659879"/>
                  </a:lnTo>
                  <a:lnTo>
                    <a:pt x="938465" y="653498"/>
                  </a:lnTo>
                  <a:close/>
                </a:path>
                <a:path extrusionOk="0" h="661035" w="2644140">
                  <a:moveTo>
                    <a:pt x="1017779" y="653498"/>
                  </a:moveTo>
                  <a:lnTo>
                    <a:pt x="977856" y="653498"/>
                  </a:lnTo>
                  <a:lnTo>
                    <a:pt x="977856" y="659879"/>
                  </a:lnTo>
                  <a:lnTo>
                    <a:pt x="1017779" y="659879"/>
                  </a:lnTo>
                  <a:lnTo>
                    <a:pt x="1017779" y="653498"/>
                  </a:lnTo>
                  <a:close/>
                </a:path>
                <a:path extrusionOk="0" h="661035" w="2644140">
                  <a:moveTo>
                    <a:pt x="1097094" y="653498"/>
                  </a:moveTo>
                  <a:lnTo>
                    <a:pt x="1057170" y="653498"/>
                  </a:lnTo>
                  <a:lnTo>
                    <a:pt x="1057170" y="659879"/>
                  </a:lnTo>
                  <a:lnTo>
                    <a:pt x="1097094" y="659879"/>
                  </a:lnTo>
                  <a:lnTo>
                    <a:pt x="1097094" y="653498"/>
                  </a:lnTo>
                  <a:close/>
                </a:path>
                <a:path extrusionOk="0" h="661035" w="2644140">
                  <a:moveTo>
                    <a:pt x="1176408" y="653498"/>
                  </a:moveTo>
                  <a:lnTo>
                    <a:pt x="1136485" y="653498"/>
                  </a:lnTo>
                  <a:lnTo>
                    <a:pt x="1136485" y="659879"/>
                  </a:lnTo>
                  <a:lnTo>
                    <a:pt x="1176408" y="659879"/>
                  </a:lnTo>
                  <a:lnTo>
                    <a:pt x="1176408" y="653498"/>
                  </a:lnTo>
                  <a:close/>
                </a:path>
                <a:path extrusionOk="0" h="661035" w="2644140">
                  <a:moveTo>
                    <a:pt x="1255722" y="653498"/>
                  </a:moveTo>
                  <a:lnTo>
                    <a:pt x="1215799" y="653498"/>
                  </a:lnTo>
                  <a:lnTo>
                    <a:pt x="1215799" y="659879"/>
                  </a:lnTo>
                  <a:lnTo>
                    <a:pt x="1255722" y="659879"/>
                  </a:lnTo>
                  <a:lnTo>
                    <a:pt x="1255722" y="653498"/>
                  </a:lnTo>
                  <a:close/>
                </a:path>
                <a:path extrusionOk="0" h="661035" w="2644140">
                  <a:moveTo>
                    <a:pt x="1335037" y="653498"/>
                  </a:moveTo>
                  <a:lnTo>
                    <a:pt x="1295113" y="653498"/>
                  </a:lnTo>
                  <a:lnTo>
                    <a:pt x="1295113" y="659879"/>
                  </a:lnTo>
                  <a:lnTo>
                    <a:pt x="1335037" y="659879"/>
                  </a:lnTo>
                  <a:lnTo>
                    <a:pt x="1335037" y="653498"/>
                  </a:lnTo>
                  <a:close/>
                </a:path>
                <a:path extrusionOk="0" h="661035" w="2644140">
                  <a:moveTo>
                    <a:pt x="1414351" y="653498"/>
                  </a:moveTo>
                  <a:lnTo>
                    <a:pt x="1374428" y="653498"/>
                  </a:lnTo>
                  <a:lnTo>
                    <a:pt x="1374428" y="659879"/>
                  </a:lnTo>
                  <a:lnTo>
                    <a:pt x="1414351" y="659879"/>
                  </a:lnTo>
                  <a:lnTo>
                    <a:pt x="1414351" y="653498"/>
                  </a:lnTo>
                  <a:close/>
                </a:path>
                <a:path extrusionOk="0" h="661035" w="2644140">
                  <a:moveTo>
                    <a:pt x="1493666" y="653498"/>
                  </a:moveTo>
                  <a:lnTo>
                    <a:pt x="1453742" y="653498"/>
                  </a:lnTo>
                  <a:lnTo>
                    <a:pt x="1453742" y="659879"/>
                  </a:lnTo>
                  <a:lnTo>
                    <a:pt x="1493666" y="659879"/>
                  </a:lnTo>
                  <a:lnTo>
                    <a:pt x="1493666" y="653498"/>
                  </a:lnTo>
                  <a:close/>
                </a:path>
                <a:path extrusionOk="0" h="661035" w="2644140">
                  <a:moveTo>
                    <a:pt x="1572980" y="653498"/>
                  </a:moveTo>
                  <a:lnTo>
                    <a:pt x="1533589" y="653498"/>
                  </a:lnTo>
                  <a:lnTo>
                    <a:pt x="1533589" y="659879"/>
                  </a:lnTo>
                  <a:lnTo>
                    <a:pt x="1573512" y="659879"/>
                  </a:lnTo>
                  <a:lnTo>
                    <a:pt x="1572980" y="653498"/>
                  </a:lnTo>
                  <a:close/>
                </a:path>
                <a:path extrusionOk="0" h="661035" w="2644140">
                  <a:moveTo>
                    <a:pt x="1652294" y="653498"/>
                  </a:moveTo>
                  <a:lnTo>
                    <a:pt x="1612903" y="653498"/>
                  </a:lnTo>
                  <a:lnTo>
                    <a:pt x="1612903" y="659879"/>
                  </a:lnTo>
                  <a:lnTo>
                    <a:pt x="1652827" y="659879"/>
                  </a:lnTo>
                  <a:lnTo>
                    <a:pt x="1652294" y="653498"/>
                  </a:lnTo>
                  <a:close/>
                </a:path>
                <a:path extrusionOk="0" h="661035" w="2644140">
                  <a:moveTo>
                    <a:pt x="1731609" y="653498"/>
                  </a:moveTo>
                  <a:lnTo>
                    <a:pt x="1692218" y="653498"/>
                  </a:lnTo>
                  <a:lnTo>
                    <a:pt x="1692218" y="659879"/>
                  </a:lnTo>
                  <a:lnTo>
                    <a:pt x="1732141" y="659879"/>
                  </a:lnTo>
                  <a:lnTo>
                    <a:pt x="1731609" y="653498"/>
                  </a:lnTo>
                  <a:close/>
                </a:path>
                <a:path extrusionOk="0" h="661035" w="2644140">
                  <a:moveTo>
                    <a:pt x="1810923" y="653498"/>
                  </a:moveTo>
                  <a:lnTo>
                    <a:pt x="1771000" y="653498"/>
                  </a:lnTo>
                  <a:lnTo>
                    <a:pt x="1771000" y="659879"/>
                  </a:lnTo>
                  <a:lnTo>
                    <a:pt x="1810923" y="659879"/>
                  </a:lnTo>
                  <a:lnTo>
                    <a:pt x="1810923" y="653498"/>
                  </a:lnTo>
                  <a:close/>
                </a:path>
                <a:path extrusionOk="0" h="661035" w="2644140">
                  <a:moveTo>
                    <a:pt x="1890238" y="653498"/>
                  </a:moveTo>
                  <a:lnTo>
                    <a:pt x="1850314" y="653498"/>
                  </a:lnTo>
                  <a:lnTo>
                    <a:pt x="1850314" y="659879"/>
                  </a:lnTo>
                  <a:lnTo>
                    <a:pt x="1890238" y="659879"/>
                  </a:lnTo>
                  <a:lnTo>
                    <a:pt x="1890238" y="653498"/>
                  </a:lnTo>
                  <a:close/>
                </a:path>
                <a:path extrusionOk="0" h="661035" w="2644140">
                  <a:moveTo>
                    <a:pt x="1969552" y="653498"/>
                  </a:moveTo>
                  <a:lnTo>
                    <a:pt x="1929629" y="653498"/>
                  </a:lnTo>
                  <a:lnTo>
                    <a:pt x="1929629" y="659879"/>
                  </a:lnTo>
                  <a:lnTo>
                    <a:pt x="1969020" y="659879"/>
                  </a:lnTo>
                  <a:lnTo>
                    <a:pt x="1969552" y="653498"/>
                  </a:lnTo>
                  <a:close/>
                </a:path>
                <a:path extrusionOk="0" h="661035" w="2644140">
                  <a:moveTo>
                    <a:pt x="2048866" y="653498"/>
                  </a:moveTo>
                  <a:lnTo>
                    <a:pt x="2008943" y="653498"/>
                  </a:lnTo>
                  <a:lnTo>
                    <a:pt x="2008943" y="659879"/>
                  </a:lnTo>
                  <a:lnTo>
                    <a:pt x="2048866" y="659879"/>
                  </a:lnTo>
                  <a:lnTo>
                    <a:pt x="2048866" y="653498"/>
                  </a:lnTo>
                  <a:close/>
                </a:path>
                <a:path extrusionOk="0" h="661035" w="2644140">
                  <a:moveTo>
                    <a:pt x="2128181" y="653498"/>
                  </a:moveTo>
                  <a:lnTo>
                    <a:pt x="2088257" y="653498"/>
                  </a:lnTo>
                  <a:lnTo>
                    <a:pt x="2088257" y="659879"/>
                  </a:lnTo>
                  <a:lnTo>
                    <a:pt x="2128181" y="659879"/>
                  </a:lnTo>
                  <a:lnTo>
                    <a:pt x="2128181" y="653498"/>
                  </a:lnTo>
                  <a:close/>
                </a:path>
                <a:path extrusionOk="0" h="661035" w="2644140">
                  <a:moveTo>
                    <a:pt x="2207495" y="653498"/>
                  </a:moveTo>
                  <a:lnTo>
                    <a:pt x="2167572" y="653498"/>
                  </a:lnTo>
                  <a:lnTo>
                    <a:pt x="2167572" y="659879"/>
                  </a:lnTo>
                  <a:lnTo>
                    <a:pt x="2207495" y="659879"/>
                  </a:lnTo>
                  <a:lnTo>
                    <a:pt x="2207495" y="653498"/>
                  </a:lnTo>
                  <a:close/>
                </a:path>
                <a:path extrusionOk="0" h="661035" w="2644140">
                  <a:moveTo>
                    <a:pt x="2286810" y="653498"/>
                  </a:moveTo>
                  <a:lnTo>
                    <a:pt x="2246886" y="653498"/>
                  </a:lnTo>
                  <a:lnTo>
                    <a:pt x="2246886" y="659879"/>
                  </a:lnTo>
                  <a:lnTo>
                    <a:pt x="2286810" y="659879"/>
                  </a:lnTo>
                  <a:lnTo>
                    <a:pt x="2286810" y="653498"/>
                  </a:lnTo>
                  <a:close/>
                </a:path>
                <a:path extrusionOk="0" h="661035" w="2644140">
                  <a:moveTo>
                    <a:pt x="2366124" y="653498"/>
                  </a:moveTo>
                  <a:lnTo>
                    <a:pt x="2326201" y="653498"/>
                  </a:lnTo>
                  <a:lnTo>
                    <a:pt x="2326201" y="659879"/>
                  </a:lnTo>
                  <a:lnTo>
                    <a:pt x="2366124" y="659879"/>
                  </a:lnTo>
                  <a:lnTo>
                    <a:pt x="2366124" y="653498"/>
                  </a:lnTo>
                  <a:close/>
                </a:path>
                <a:path extrusionOk="0" h="661035" w="2644140">
                  <a:moveTo>
                    <a:pt x="2445438" y="653498"/>
                  </a:moveTo>
                  <a:lnTo>
                    <a:pt x="2406047" y="653498"/>
                  </a:lnTo>
                  <a:lnTo>
                    <a:pt x="2406047" y="659879"/>
                  </a:lnTo>
                  <a:lnTo>
                    <a:pt x="2445971" y="659879"/>
                  </a:lnTo>
                  <a:lnTo>
                    <a:pt x="2445438" y="653498"/>
                  </a:lnTo>
                  <a:close/>
                </a:path>
                <a:path extrusionOk="0" h="661035" w="2644140">
                  <a:moveTo>
                    <a:pt x="2524753" y="653498"/>
                  </a:moveTo>
                  <a:lnTo>
                    <a:pt x="2484830" y="653498"/>
                  </a:lnTo>
                  <a:lnTo>
                    <a:pt x="2484830" y="659879"/>
                  </a:lnTo>
                  <a:lnTo>
                    <a:pt x="2524753" y="659879"/>
                  </a:lnTo>
                  <a:lnTo>
                    <a:pt x="2524753" y="653498"/>
                  </a:lnTo>
                  <a:close/>
                </a:path>
                <a:path extrusionOk="0" h="661035" w="2644140">
                  <a:moveTo>
                    <a:pt x="2604067" y="653498"/>
                  </a:moveTo>
                  <a:lnTo>
                    <a:pt x="2564144" y="653498"/>
                  </a:lnTo>
                  <a:lnTo>
                    <a:pt x="2564144" y="659879"/>
                  </a:lnTo>
                  <a:lnTo>
                    <a:pt x="2604067" y="659879"/>
                  </a:lnTo>
                  <a:lnTo>
                    <a:pt x="2604067" y="653498"/>
                  </a:lnTo>
                  <a:close/>
                </a:path>
                <a:path extrusionOk="0" h="661035" w="2644140">
                  <a:moveTo>
                    <a:pt x="2643991" y="620531"/>
                  </a:moveTo>
                  <a:lnTo>
                    <a:pt x="2637603" y="620531"/>
                  </a:lnTo>
                  <a:lnTo>
                    <a:pt x="2637603" y="660411"/>
                  </a:lnTo>
                  <a:lnTo>
                    <a:pt x="2643991" y="660411"/>
                  </a:lnTo>
                  <a:lnTo>
                    <a:pt x="2643991" y="620531"/>
                  </a:lnTo>
                  <a:close/>
                </a:path>
                <a:path extrusionOk="0" h="661035" w="2644140">
                  <a:moveTo>
                    <a:pt x="2643991" y="541303"/>
                  </a:moveTo>
                  <a:lnTo>
                    <a:pt x="2637603" y="541303"/>
                  </a:lnTo>
                  <a:lnTo>
                    <a:pt x="2637603" y="580651"/>
                  </a:lnTo>
                  <a:lnTo>
                    <a:pt x="2643991" y="580651"/>
                  </a:lnTo>
                  <a:lnTo>
                    <a:pt x="2643991" y="541303"/>
                  </a:lnTo>
                  <a:close/>
                </a:path>
                <a:path extrusionOk="0" h="661035" w="2644140">
                  <a:moveTo>
                    <a:pt x="2643991" y="462075"/>
                  </a:moveTo>
                  <a:lnTo>
                    <a:pt x="2637603" y="462075"/>
                  </a:lnTo>
                  <a:lnTo>
                    <a:pt x="2637603" y="501955"/>
                  </a:lnTo>
                  <a:lnTo>
                    <a:pt x="2643991" y="501955"/>
                  </a:lnTo>
                  <a:lnTo>
                    <a:pt x="2643991" y="462075"/>
                  </a:lnTo>
                  <a:close/>
                </a:path>
                <a:path extrusionOk="0" h="661035" w="2644140">
                  <a:moveTo>
                    <a:pt x="2643991" y="382847"/>
                  </a:moveTo>
                  <a:lnTo>
                    <a:pt x="2637603" y="382847"/>
                  </a:lnTo>
                  <a:lnTo>
                    <a:pt x="2637603" y="422727"/>
                  </a:lnTo>
                  <a:lnTo>
                    <a:pt x="2643991" y="422727"/>
                  </a:lnTo>
                  <a:lnTo>
                    <a:pt x="2643991" y="382847"/>
                  </a:lnTo>
                  <a:close/>
                </a:path>
                <a:path extrusionOk="0" h="661035" w="2644140">
                  <a:moveTo>
                    <a:pt x="2643991" y="303619"/>
                  </a:moveTo>
                  <a:lnTo>
                    <a:pt x="2637603" y="303619"/>
                  </a:lnTo>
                  <a:lnTo>
                    <a:pt x="2637603" y="342967"/>
                  </a:lnTo>
                  <a:lnTo>
                    <a:pt x="2643991" y="342967"/>
                  </a:lnTo>
                  <a:lnTo>
                    <a:pt x="2643991" y="303619"/>
                  </a:lnTo>
                  <a:close/>
                </a:path>
                <a:path extrusionOk="0" h="661035" w="2644140">
                  <a:moveTo>
                    <a:pt x="2643991" y="224390"/>
                  </a:moveTo>
                  <a:lnTo>
                    <a:pt x="2637603" y="224390"/>
                  </a:lnTo>
                  <a:lnTo>
                    <a:pt x="2637603" y="264270"/>
                  </a:lnTo>
                  <a:lnTo>
                    <a:pt x="2643991" y="264270"/>
                  </a:lnTo>
                  <a:lnTo>
                    <a:pt x="2643991" y="224390"/>
                  </a:lnTo>
                  <a:close/>
                </a:path>
                <a:path extrusionOk="0" h="661035" w="2644140">
                  <a:moveTo>
                    <a:pt x="2643991" y="145162"/>
                  </a:moveTo>
                  <a:lnTo>
                    <a:pt x="2637603" y="145162"/>
                  </a:lnTo>
                  <a:lnTo>
                    <a:pt x="2637603" y="185042"/>
                  </a:lnTo>
                  <a:lnTo>
                    <a:pt x="2643991" y="185042"/>
                  </a:lnTo>
                  <a:lnTo>
                    <a:pt x="2643991" y="145162"/>
                  </a:lnTo>
                  <a:close/>
                </a:path>
                <a:path extrusionOk="0" h="661035" w="2644140">
                  <a:moveTo>
                    <a:pt x="2643991" y="65934"/>
                  </a:moveTo>
                  <a:lnTo>
                    <a:pt x="2637603" y="65934"/>
                  </a:lnTo>
                  <a:lnTo>
                    <a:pt x="2637603" y="105814"/>
                  </a:lnTo>
                  <a:lnTo>
                    <a:pt x="2643991" y="105814"/>
                  </a:lnTo>
                  <a:lnTo>
                    <a:pt x="2643991" y="65934"/>
                  </a:lnTo>
                  <a:close/>
                </a:path>
                <a:path extrusionOk="0" h="661035" w="2644140">
                  <a:moveTo>
                    <a:pt x="2643458" y="0"/>
                  </a:moveTo>
                  <a:lnTo>
                    <a:pt x="2604067" y="0"/>
                  </a:lnTo>
                  <a:lnTo>
                    <a:pt x="2604067" y="6380"/>
                  </a:lnTo>
                  <a:lnTo>
                    <a:pt x="2637071" y="6380"/>
                  </a:lnTo>
                  <a:lnTo>
                    <a:pt x="2637071" y="26054"/>
                  </a:lnTo>
                  <a:lnTo>
                    <a:pt x="2643458" y="26054"/>
                  </a:lnTo>
                  <a:lnTo>
                    <a:pt x="2643458" y="0"/>
                  </a:lnTo>
                  <a:close/>
                </a:path>
              </a:pathLst>
            </a:custGeom>
            <a:solidFill>
              <a:srgbClr val="1556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56" name="Google Shape;256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060261" y="4642420"/>
              <a:ext cx="480144" cy="983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7" name="Google Shape;257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004368" y="4169710"/>
              <a:ext cx="67071" cy="1116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0"/>
            <p:cNvSpPr/>
            <p:nvPr/>
          </p:nvSpPr>
          <p:spPr>
            <a:xfrm>
              <a:off x="7092200" y="4169710"/>
              <a:ext cx="62230" cy="82550"/>
            </a:xfrm>
            <a:custGeom>
              <a:rect b="b" l="l" r="r" t="t"/>
              <a:pathLst>
                <a:path extrusionOk="0" h="82550" w="62229">
                  <a:moveTo>
                    <a:pt x="57888" y="10102"/>
                  </a:moveTo>
                  <a:lnTo>
                    <a:pt x="43649" y="10102"/>
                  </a:lnTo>
                  <a:lnTo>
                    <a:pt x="48440" y="15420"/>
                  </a:lnTo>
                  <a:lnTo>
                    <a:pt x="48440" y="26586"/>
                  </a:lnTo>
                  <a:lnTo>
                    <a:pt x="48972" y="35626"/>
                  </a:lnTo>
                  <a:lnTo>
                    <a:pt x="38326" y="36689"/>
                  </a:lnTo>
                  <a:lnTo>
                    <a:pt x="31406" y="37752"/>
                  </a:lnTo>
                  <a:lnTo>
                    <a:pt x="25550" y="38284"/>
                  </a:lnTo>
                  <a:lnTo>
                    <a:pt x="17033" y="40411"/>
                  </a:lnTo>
                  <a:lnTo>
                    <a:pt x="12775" y="42006"/>
                  </a:lnTo>
                  <a:lnTo>
                    <a:pt x="9049" y="44133"/>
                  </a:lnTo>
                  <a:lnTo>
                    <a:pt x="3193" y="47324"/>
                  </a:lnTo>
                  <a:lnTo>
                    <a:pt x="0" y="53704"/>
                  </a:lnTo>
                  <a:lnTo>
                    <a:pt x="532" y="60085"/>
                  </a:lnTo>
                  <a:lnTo>
                    <a:pt x="0" y="65934"/>
                  </a:lnTo>
                  <a:lnTo>
                    <a:pt x="2129" y="72315"/>
                  </a:lnTo>
                  <a:lnTo>
                    <a:pt x="6920" y="76569"/>
                  </a:lnTo>
                  <a:lnTo>
                    <a:pt x="11710" y="80291"/>
                  </a:lnTo>
                  <a:lnTo>
                    <a:pt x="17566" y="82418"/>
                  </a:lnTo>
                  <a:lnTo>
                    <a:pt x="28212" y="82418"/>
                  </a:lnTo>
                  <a:lnTo>
                    <a:pt x="33003" y="81355"/>
                  </a:lnTo>
                  <a:lnTo>
                    <a:pt x="41520" y="77101"/>
                  </a:lnTo>
                  <a:lnTo>
                    <a:pt x="45778" y="74442"/>
                  </a:lnTo>
                  <a:lnTo>
                    <a:pt x="46843" y="73379"/>
                  </a:lnTo>
                  <a:lnTo>
                    <a:pt x="21824" y="73379"/>
                  </a:lnTo>
                  <a:lnTo>
                    <a:pt x="18630" y="72315"/>
                  </a:lnTo>
                  <a:lnTo>
                    <a:pt x="15969" y="69656"/>
                  </a:lnTo>
                  <a:lnTo>
                    <a:pt x="13840" y="66998"/>
                  </a:lnTo>
                  <a:lnTo>
                    <a:pt x="12775" y="63276"/>
                  </a:lnTo>
                  <a:lnTo>
                    <a:pt x="12775" y="54236"/>
                  </a:lnTo>
                  <a:lnTo>
                    <a:pt x="17033" y="49451"/>
                  </a:lnTo>
                  <a:lnTo>
                    <a:pt x="27680" y="46260"/>
                  </a:lnTo>
                  <a:lnTo>
                    <a:pt x="32470" y="45197"/>
                  </a:lnTo>
                  <a:lnTo>
                    <a:pt x="37794" y="44665"/>
                  </a:lnTo>
                  <a:lnTo>
                    <a:pt x="48440" y="43070"/>
                  </a:lnTo>
                  <a:lnTo>
                    <a:pt x="61215" y="43070"/>
                  </a:lnTo>
                  <a:lnTo>
                    <a:pt x="61215" y="24459"/>
                  </a:lnTo>
                  <a:lnTo>
                    <a:pt x="61748" y="17547"/>
                  </a:lnTo>
                  <a:lnTo>
                    <a:pt x="58554" y="10634"/>
                  </a:lnTo>
                  <a:lnTo>
                    <a:pt x="57888" y="10102"/>
                  </a:lnTo>
                  <a:close/>
                </a:path>
                <a:path extrusionOk="0" h="82550" w="62229">
                  <a:moveTo>
                    <a:pt x="61215" y="71252"/>
                  </a:moveTo>
                  <a:lnTo>
                    <a:pt x="48972" y="71252"/>
                  </a:lnTo>
                  <a:lnTo>
                    <a:pt x="50569" y="80291"/>
                  </a:lnTo>
                  <a:lnTo>
                    <a:pt x="61215" y="80291"/>
                  </a:lnTo>
                  <a:lnTo>
                    <a:pt x="61215" y="71252"/>
                  </a:lnTo>
                  <a:close/>
                </a:path>
                <a:path extrusionOk="0" h="82550" w="62229">
                  <a:moveTo>
                    <a:pt x="61215" y="43070"/>
                  </a:moveTo>
                  <a:lnTo>
                    <a:pt x="48440" y="43070"/>
                  </a:lnTo>
                  <a:lnTo>
                    <a:pt x="48440" y="62744"/>
                  </a:lnTo>
                  <a:lnTo>
                    <a:pt x="42584" y="69125"/>
                  </a:lnTo>
                  <a:lnTo>
                    <a:pt x="34067" y="72847"/>
                  </a:lnTo>
                  <a:lnTo>
                    <a:pt x="25550" y="72847"/>
                  </a:lnTo>
                  <a:lnTo>
                    <a:pt x="21824" y="73379"/>
                  </a:lnTo>
                  <a:lnTo>
                    <a:pt x="46843" y="73379"/>
                  </a:lnTo>
                  <a:lnTo>
                    <a:pt x="48972" y="71252"/>
                  </a:lnTo>
                  <a:lnTo>
                    <a:pt x="61215" y="71252"/>
                  </a:lnTo>
                  <a:lnTo>
                    <a:pt x="61215" y="43070"/>
                  </a:lnTo>
                  <a:close/>
                </a:path>
                <a:path extrusionOk="0" h="82550" w="62229">
                  <a:moveTo>
                    <a:pt x="39923" y="0"/>
                  </a:moveTo>
                  <a:lnTo>
                    <a:pt x="32470" y="531"/>
                  </a:lnTo>
                  <a:lnTo>
                    <a:pt x="25376" y="830"/>
                  </a:lnTo>
                  <a:lnTo>
                    <a:pt x="18431" y="1728"/>
                  </a:lnTo>
                  <a:lnTo>
                    <a:pt x="11586" y="3223"/>
                  </a:lnTo>
                  <a:lnTo>
                    <a:pt x="4790" y="5317"/>
                  </a:lnTo>
                  <a:lnTo>
                    <a:pt x="7984" y="14888"/>
                  </a:lnTo>
                  <a:lnTo>
                    <a:pt x="11710" y="13293"/>
                  </a:lnTo>
                  <a:lnTo>
                    <a:pt x="15437" y="12229"/>
                  </a:lnTo>
                  <a:lnTo>
                    <a:pt x="19163" y="11698"/>
                  </a:lnTo>
                  <a:lnTo>
                    <a:pt x="23954" y="10634"/>
                  </a:lnTo>
                  <a:lnTo>
                    <a:pt x="29277" y="10102"/>
                  </a:lnTo>
                  <a:lnTo>
                    <a:pt x="57888" y="10102"/>
                  </a:lnTo>
                  <a:lnTo>
                    <a:pt x="53231" y="6380"/>
                  </a:lnTo>
                  <a:lnTo>
                    <a:pt x="47375" y="2126"/>
                  </a:lnTo>
                  <a:lnTo>
                    <a:pt x="39923" y="0"/>
                  </a:lnTo>
                  <a:close/>
                </a:path>
              </a:pathLst>
            </a:custGeom>
            <a:solidFill>
              <a:srgbClr val="0F162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59" name="Google Shape;259;p2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175772" y="4138870"/>
              <a:ext cx="66538" cy="1127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0" name="Google Shape;260;p2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263110" y="4138870"/>
              <a:ext cx="66500" cy="1127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0"/>
            <p:cNvSpPr/>
            <p:nvPr/>
          </p:nvSpPr>
          <p:spPr>
            <a:xfrm>
              <a:off x="7357821" y="4137279"/>
              <a:ext cx="146050" cy="113030"/>
            </a:xfrm>
            <a:custGeom>
              <a:rect b="b" l="l" r="r" t="t"/>
              <a:pathLst>
                <a:path extrusionOk="0" h="113029" w="146050">
                  <a:moveTo>
                    <a:pt x="39382" y="5321"/>
                  </a:moveTo>
                  <a:lnTo>
                    <a:pt x="38328" y="3721"/>
                  </a:lnTo>
                  <a:lnTo>
                    <a:pt x="36728" y="2667"/>
                  </a:lnTo>
                  <a:lnTo>
                    <a:pt x="32994" y="0"/>
                  </a:lnTo>
                  <a:lnTo>
                    <a:pt x="28206" y="0"/>
                  </a:lnTo>
                  <a:lnTo>
                    <a:pt x="25019" y="2667"/>
                  </a:lnTo>
                  <a:lnTo>
                    <a:pt x="23418" y="3721"/>
                  </a:lnTo>
                  <a:lnTo>
                    <a:pt x="22352" y="5321"/>
                  </a:lnTo>
                  <a:lnTo>
                    <a:pt x="22352" y="16484"/>
                  </a:lnTo>
                  <a:lnTo>
                    <a:pt x="23418" y="18084"/>
                  </a:lnTo>
                  <a:lnTo>
                    <a:pt x="25019" y="19138"/>
                  </a:lnTo>
                  <a:lnTo>
                    <a:pt x="28740" y="21805"/>
                  </a:lnTo>
                  <a:lnTo>
                    <a:pt x="33528" y="21805"/>
                  </a:lnTo>
                  <a:lnTo>
                    <a:pt x="36728" y="19138"/>
                  </a:lnTo>
                  <a:lnTo>
                    <a:pt x="38328" y="18084"/>
                  </a:lnTo>
                  <a:lnTo>
                    <a:pt x="39382" y="16484"/>
                  </a:lnTo>
                  <a:lnTo>
                    <a:pt x="39382" y="5321"/>
                  </a:lnTo>
                  <a:close/>
                </a:path>
                <a:path extrusionOk="0" h="113029" w="146050">
                  <a:moveTo>
                    <a:pt x="59613" y="102628"/>
                  </a:moveTo>
                  <a:lnTo>
                    <a:pt x="37261" y="102628"/>
                  </a:lnTo>
                  <a:lnTo>
                    <a:pt x="37261" y="34569"/>
                  </a:lnTo>
                  <a:lnTo>
                    <a:pt x="2120" y="34569"/>
                  </a:lnTo>
                  <a:lnTo>
                    <a:pt x="2120" y="44665"/>
                  </a:lnTo>
                  <a:lnTo>
                    <a:pt x="24485" y="44665"/>
                  </a:lnTo>
                  <a:lnTo>
                    <a:pt x="24485" y="102628"/>
                  </a:lnTo>
                  <a:lnTo>
                    <a:pt x="0" y="102628"/>
                  </a:lnTo>
                  <a:lnTo>
                    <a:pt x="0" y="112725"/>
                  </a:lnTo>
                  <a:lnTo>
                    <a:pt x="59613" y="112725"/>
                  </a:lnTo>
                  <a:lnTo>
                    <a:pt x="59613" y="102628"/>
                  </a:lnTo>
                  <a:close/>
                </a:path>
                <a:path extrusionOk="0" h="113029" w="146050">
                  <a:moveTo>
                    <a:pt x="145846" y="63284"/>
                  </a:moveTo>
                  <a:lnTo>
                    <a:pt x="144348" y="49707"/>
                  </a:lnTo>
                  <a:lnTo>
                    <a:pt x="139865" y="40081"/>
                  </a:lnTo>
                  <a:lnTo>
                    <a:pt x="132372" y="34340"/>
                  </a:lnTo>
                  <a:lnTo>
                    <a:pt x="121894" y="32435"/>
                  </a:lnTo>
                  <a:lnTo>
                    <a:pt x="114846" y="32905"/>
                  </a:lnTo>
                  <a:lnTo>
                    <a:pt x="108254" y="34963"/>
                  </a:lnTo>
                  <a:lnTo>
                    <a:pt x="102362" y="38417"/>
                  </a:lnTo>
                  <a:lnTo>
                    <a:pt x="97409" y="43078"/>
                  </a:lnTo>
                  <a:lnTo>
                    <a:pt x="96875" y="34569"/>
                  </a:lnTo>
                  <a:lnTo>
                    <a:pt x="85166" y="34569"/>
                  </a:lnTo>
                  <a:lnTo>
                    <a:pt x="85166" y="112725"/>
                  </a:lnTo>
                  <a:lnTo>
                    <a:pt x="97942" y="112725"/>
                  </a:lnTo>
                  <a:lnTo>
                    <a:pt x="97942" y="55308"/>
                  </a:lnTo>
                  <a:lnTo>
                    <a:pt x="100076" y="50520"/>
                  </a:lnTo>
                  <a:lnTo>
                    <a:pt x="107518" y="44132"/>
                  </a:lnTo>
                  <a:lnTo>
                    <a:pt x="112318" y="42545"/>
                  </a:lnTo>
                  <a:lnTo>
                    <a:pt x="117640" y="42545"/>
                  </a:lnTo>
                  <a:lnTo>
                    <a:pt x="121894" y="42011"/>
                  </a:lnTo>
                  <a:lnTo>
                    <a:pt x="126149" y="44132"/>
                  </a:lnTo>
                  <a:lnTo>
                    <a:pt x="130949" y="48920"/>
                  </a:lnTo>
                  <a:lnTo>
                    <a:pt x="133070" y="56896"/>
                  </a:lnTo>
                  <a:lnTo>
                    <a:pt x="133070" y="112725"/>
                  </a:lnTo>
                  <a:lnTo>
                    <a:pt x="145846" y="112725"/>
                  </a:lnTo>
                  <a:lnTo>
                    <a:pt x="145846" y="63284"/>
                  </a:lnTo>
                  <a:close/>
                </a:path>
              </a:pathLst>
            </a:custGeom>
            <a:solidFill>
              <a:srgbClr val="0F162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62" name="Google Shape;262;p2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524969" y="4169710"/>
              <a:ext cx="68135" cy="1132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3" name="Google Shape;263;p2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045356" y="3509830"/>
              <a:ext cx="152241" cy="824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4" name="Google Shape;264;p20"/>
            <p:cNvSpPr/>
            <p:nvPr/>
          </p:nvSpPr>
          <p:spPr>
            <a:xfrm>
              <a:off x="7236456" y="3509830"/>
              <a:ext cx="48260" cy="80645"/>
            </a:xfrm>
            <a:custGeom>
              <a:rect b="b" l="l" r="r" t="t"/>
              <a:pathLst>
                <a:path extrusionOk="0" h="80645" w="48259">
                  <a:moveTo>
                    <a:pt x="10646" y="2658"/>
                  </a:moveTo>
                  <a:lnTo>
                    <a:pt x="0" y="2658"/>
                  </a:lnTo>
                  <a:lnTo>
                    <a:pt x="0" y="80291"/>
                  </a:lnTo>
                  <a:lnTo>
                    <a:pt x="13307" y="80291"/>
                  </a:lnTo>
                  <a:lnTo>
                    <a:pt x="12775" y="37221"/>
                  </a:lnTo>
                  <a:lnTo>
                    <a:pt x="12243" y="30308"/>
                  </a:lnTo>
                  <a:lnTo>
                    <a:pt x="14904" y="23396"/>
                  </a:lnTo>
                  <a:lnTo>
                    <a:pt x="20227" y="18610"/>
                  </a:lnTo>
                  <a:lnTo>
                    <a:pt x="22179" y="17015"/>
                  </a:lnTo>
                  <a:lnTo>
                    <a:pt x="11710" y="17015"/>
                  </a:lnTo>
                  <a:lnTo>
                    <a:pt x="10764" y="4253"/>
                  </a:lnTo>
                  <a:lnTo>
                    <a:pt x="10646" y="2658"/>
                  </a:lnTo>
                  <a:close/>
                </a:path>
                <a:path extrusionOk="0" h="80645" w="48259">
                  <a:moveTo>
                    <a:pt x="47908" y="0"/>
                  </a:moveTo>
                  <a:lnTo>
                    <a:pt x="35132" y="0"/>
                  </a:lnTo>
                  <a:lnTo>
                    <a:pt x="29277" y="1595"/>
                  </a:lnTo>
                  <a:lnTo>
                    <a:pt x="23954" y="4253"/>
                  </a:lnTo>
                  <a:lnTo>
                    <a:pt x="19163" y="7444"/>
                  </a:lnTo>
                  <a:lnTo>
                    <a:pt x="14372" y="11698"/>
                  </a:lnTo>
                  <a:lnTo>
                    <a:pt x="11710" y="17015"/>
                  </a:lnTo>
                  <a:lnTo>
                    <a:pt x="22179" y="17015"/>
                  </a:lnTo>
                  <a:lnTo>
                    <a:pt x="26083" y="13825"/>
                  </a:lnTo>
                  <a:lnTo>
                    <a:pt x="33003" y="11698"/>
                  </a:lnTo>
                  <a:lnTo>
                    <a:pt x="47908" y="11698"/>
                  </a:lnTo>
                  <a:lnTo>
                    <a:pt x="47908" y="0"/>
                  </a:lnTo>
                  <a:close/>
                </a:path>
                <a:path extrusionOk="0" h="80645" w="48259">
                  <a:moveTo>
                    <a:pt x="47908" y="11698"/>
                  </a:moveTo>
                  <a:lnTo>
                    <a:pt x="33003" y="11698"/>
                  </a:lnTo>
                  <a:lnTo>
                    <a:pt x="39923" y="12229"/>
                  </a:lnTo>
                  <a:lnTo>
                    <a:pt x="47908" y="12229"/>
                  </a:lnTo>
                  <a:lnTo>
                    <a:pt x="47908" y="11698"/>
                  </a:lnTo>
                  <a:close/>
                </a:path>
              </a:pathLst>
            </a:custGeom>
            <a:solidFill>
              <a:srgbClr val="0F162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65" name="Google Shape;265;p2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307253" y="3509830"/>
              <a:ext cx="67603" cy="1132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6" name="Google Shape;266;p20"/>
            <p:cNvSpPr/>
            <p:nvPr/>
          </p:nvSpPr>
          <p:spPr>
            <a:xfrm>
              <a:off x="7401471" y="3477399"/>
              <a:ext cx="146050" cy="113030"/>
            </a:xfrm>
            <a:custGeom>
              <a:rect b="b" l="l" r="r" t="t"/>
              <a:pathLst>
                <a:path extrusionOk="0" h="113029" w="146050">
                  <a:moveTo>
                    <a:pt x="39382" y="5321"/>
                  </a:moveTo>
                  <a:lnTo>
                    <a:pt x="38315" y="3721"/>
                  </a:lnTo>
                  <a:lnTo>
                    <a:pt x="36728" y="2654"/>
                  </a:lnTo>
                  <a:lnTo>
                    <a:pt x="32994" y="0"/>
                  </a:lnTo>
                  <a:lnTo>
                    <a:pt x="28206" y="0"/>
                  </a:lnTo>
                  <a:lnTo>
                    <a:pt x="25019" y="2654"/>
                  </a:lnTo>
                  <a:lnTo>
                    <a:pt x="23418" y="3721"/>
                  </a:lnTo>
                  <a:lnTo>
                    <a:pt x="22352" y="5321"/>
                  </a:lnTo>
                  <a:lnTo>
                    <a:pt x="22352" y="16484"/>
                  </a:lnTo>
                  <a:lnTo>
                    <a:pt x="23418" y="18084"/>
                  </a:lnTo>
                  <a:lnTo>
                    <a:pt x="25019" y="19138"/>
                  </a:lnTo>
                  <a:lnTo>
                    <a:pt x="28740" y="21805"/>
                  </a:lnTo>
                  <a:lnTo>
                    <a:pt x="33528" y="21805"/>
                  </a:lnTo>
                  <a:lnTo>
                    <a:pt x="36728" y="19138"/>
                  </a:lnTo>
                  <a:lnTo>
                    <a:pt x="38315" y="18084"/>
                  </a:lnTo>
                  <a:lnTo>
                    <a:pt x="39382" y="16484"/>
                  </a:lnTo>
                  <a:lnTo>
                    <a:pt x="39382" y="5321"/>
                  </a:lnTo>
                  <a:close/>
                </a:path>
                <a:path extrusionOk="0" h="113029" w="146050">
                  <a:moveTo>
                    <a:pt x="59613" y="102628"/>
                  </a:moveTo>
                  <a:lnTo>
                    <a:pt x="37261" y="102628"/>
                  </a:lnTo>
                  <a:lnTo>
                    <a:pt x="37261" y="34569"/>
                  </a:lnTo>
                  <a:lnTo>
                    <a:pt x="2120" y="34569"/>
                  </a:lnTo>
                  <a:lnTo>
                    <a:pt x="2120" y="44665"/>
                  </a:lnTo>
                  <a:lnTo>
                    <a:pt x="24485" y="44665"/>
                  </a:lnTo>
                  <a:lnTo>
                    <a:pt x="24485" y="102628"/>
                  </a:lnTo>
                  <a:lnTo>
                    <a:pt x="0" y="102628"/>
                  </a:lnTo>
                  <a:lnTo>
                    <a:pt x="0" y="112725"/>
                  </a:lnTo>
                  <a:lnTo>
                    <a:pt x="59613" y="112725"/>
                  </a:lnTo>
                  <a:lnTo>
                    <a:pt x="59613" y="102628"/>
                  </a:lnTo>
                  <a:close/>
                </a:path>
                <a:path extrusionOk="0" h="113029" w="146050">
                  <a:moveTo>
                    <a:pt x="145846" y="63284"/>
                  </a:moveTo>
                  <a:lnTo>
                    <a:pt x="144348" y="49707"/>
                  </a:lnTo>
                  <a:lnTo>
                    <a:pt x="139865" y="40081"/>
                  </a:lnTo>
                  <a:lnTo>
                    <a:pt x="132372" y="34340"/>
                  </a:lnTo>
                  <a:lnTo>
                    <a:pt x="121894" y="32435"/>
                  </a:lnTo>
                  <a:lnTo>
                    <a:pt x="114846" y="32842"/>
                  </a:lnTo>
                  <a:lnTo>
                    <a:pt x="108254" y="34836"/>
                  </a:lnTo>
                  <a:lnTo>
                    <a:pt x="102362" y="38417"/>
                  </a:lnTo>
                  <a:lnTo>
                    <a:pt x="97409" y="43599"/>
                  </a:lnTo>
                  <a:lnTo>
                    <a:pt x="96875" y="35090"/>
                  </a:lnTo>
                  <a:lnTo>
                    <a:pt x="85166" y="35090"/>
                  </a:lnTo>
                  <a:lnTo>
                    <a:pt x="85166" y="112725"/>
                  </a:lnTo>
                  <a:lnTo>
                    <a:pt x="97942" y="112725"/>
                  </a:lnTo>
                  <a:lnTo>
                    <a:pt x="97942" y="55295"/>
                  </a:lnTo>
                  <a:lnTo>
                    <a:pt x="100076" y="50520"/>
                  </a:lnTo>
                  <a:lnTo>
                    <a:pt x="107518" y="44132"/>
                  </a:lnTo>
                  <a:lnTo>
                    <a:pt x="112318" y="42545"/>
                  </a:lnTo>
                  <a:lnTo>
                    <a:pt x="117640" y="42545"/>
                  </a:lnTo>
                  <a:lnTo>
                    <a:pt x="121894" y="42011"/>
                  </a:lnTo>
                  <a:lnTo>
                    <a:pt x="126149" y="44132"/>
                  </a:lnTo>
                  <a:lnTo>
                    <a:pt x="130949" y="48920"/>
                  </a:lnTo>
                  <a:lnTo>
                    <a:pt x="133070" y="56896"/>
                  </a:lnTo>
                  <a:lnTo>
                    <a:pt x="133070" y="112725"/>
                  </a:lnTo>
                  <a:lnTo>
                    <a:pt x="145846" y="112725"/>
                  </a:lnTo>
                  <a:lnTo>
                    <a:pt x="145846" y="63284"/>
                  </a:lnTo>
                  <a:close/>
                </a:path>
              </a:pathLst>
            </a:custGeom>
            <a:solidFill>
              <a:srgbClr val="0F162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67" name="Google Shape;267;p2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049082" y="3815576"/>
              <a:ext cx="152241" cy="1132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0"/>
            <p:cNvSpPr/>
            <p:nvPr/>
          </p:nvSpPr>
          <p:spPr>
            <a:xfrm>
              <a:off x="7236456" y="3846417"/>
              <a:ext cx="48260" cy="80645"/>
            </a:xfrm>
            <a:custGeom>
              <a:rect b="b" l="l" r="r" t="t"/>
              <a:pathLst>
                <a:path extrusionOk="0" h="80645" w="48259">
                  <a:moveTo>
                    <a:pt x="10646" y="2658"/>
                  </a:moveTo>
                  <a:lnTo>
                    <a:pt x="0" y="2658"/>
                  </a:lnTo>
                  <a:lnTo>
                    <a:pt x="0" y="80291"/>
                  </a:lnTo>
                  <a:lnTo>
                    <a:pt x="13307" y="80291"/>
                  </a:lnTo>
                  <a:lnTo>
                    <a:pt x="12775" y="36689"/>
                  </a:lnTo>
                  <a:lnTo>
                    <a:pt x="12243" y="29777"/>
                  </a:lnTo>
                  <a:lnTo>
                    <a:pt x="14904" y="22864"/>
                  </a:lnTo>
                  <a:lnTo>
                    <a:pt x="20227" y="18078"/>
                  </a:lnTo>
                  <a:lnTo>
                    <a:pt x="21529" y="17015"/>
                  </a:lnTo>
                  <a:lnTo>
                    <a:pt x="11710" y="17015"/>
                  </a:lnTo>
                  <a:lnTo>
                    <a:pt x="10764" y="4253"/>
                  </a:lnTo>
                  <a:lnTo>
                    <a:pt x="10646" y="2658"/>
                  </a:lnTo>
                  <a:close/>
                </a:path>
                <a:path extrusionOk="0" h="80645" w="48259">
                  <a:moveTo>
                    <a:pt x="47908" y="0"/>
                  </a:moveTo>
                  <a:lnTo>
                    <a:pt x="35132" y="0"/>
                  </a:lnTo>
                  <a:lnTo>
                    <a:pt x="29277" y="1595"/>
                  </a:lnTo>
                  <a:lnTo>
                    <a:pt x="23954" y="4253"/>
                  </a:lnTo>
                  <a:lnTo>
                    <a:pt x="19163" y="7444"/>
                  </a:lnTo>
                  <a:lnTo>
                    <a:pt x="14372" y="11698"/>
                  </a:lnTo>
                  <a:lnTo>
                    <a:pt x="11710" y="17015"/>
                  </a:lnTo>
                  <a:lnTo>
                    <a:pt x="21529" y="17015"/>
                  </a:lnTo>
                  <a:lnTo>
                    <a:pt x="26083" y="13293"/>
                  </a:lnTo>
                  <a:lnTo>
                    <a:pt x="33003" y="11166"/>
                  </a:lnTo>
                  <a:lnTo>
                    <a:pt x="47908" y="11166"/>
                  </a:lnTo>
                  <a:lnTo>
                    <a:pt x="47908" y="0"/>
                  </a:lnTo>
                  <a:close/>
                </a:path>
                <a:path extrusionOk="0" h="80645" w="48259">
                  <a:moveTo>
                    <a:pt x="47908" y="11166"/>
                  </a:moveTo>
                  <a:lnTo>
                    <a:pt x="33003" y="11166"/>
                  </a:lnTo>
                  <a:lnTo>
                    <a:pt x="39923" y="11698"/>
                  </a:lnTo>
                  <a:lnTo>
                    <a:pt x="47908" y="11698"/>
                  </a:lnTo>
                  <a:lnTo>
                    <a:pt x="47908" y="11166"/>
                  </a:lnTo>
                  <a:close/>
                </a:path>
              </a:pathLst>
            </a:custGeom>
            <a:solidFill>
              <a:srgbClr val="0F162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69" name="Google Shape;269;p20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7306721" y="3815576"/>
              <a:ext cx="66538" cy="1127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0"/>
            <p:cNvSpPr/>
            <p:nvPr/>
          </p:nvSpPr>
          <p:spPr>
            <a:xfrm>
              <a:off x="4651540" y="3845890"/>
              <a:ext cx="2894330" cy="1186815"/>
            </a:xfrm>
            <a:custGeom>
              <a:rect b="b" l="l" r="r" t="t"/>
              <a:pathLst>
                <a:path extrusionOk="0" h="1186814" w="2894329">
                  <a:moveTo>
                    <a:pt x="1256258" y="520115"/>
                  </a:moveTo>
                  <a:lnTo>
                    <a:pt x="1121054" y="520115"/>
                  </a:lnTo>
                  <a:lnTo>
                    <a:pt x="1121054" y="526465"/>
                  </a:lnTo>
                  <a:lnTo>
                    <a:pt x="1121054" y="850138"/>
                  </a:lnTo>
                  <a:lnTo>
                    <a:pt x="0" y="850138"/>
                  </a:lnTo>
                  <a:lnTo>
                    <a:pt x="0" y="856488"/>
                  </a:lnTo>
                  <a:lnTo>
                    <a:pt x="1121054" y="856488"/>
                  </a:lnTo>
                  <a:lnTo>
                    <a:pt x="1121054" y="1180160"/>
                  </a:lnTo>
                  <a:lnTo>
                    <a:pt x="1121054" y="1186510"/>
                  </a:lnTo>
                  <a:lnTo>
                    <a:pt x="1256258" y="1186510"/>
                  </a:lnTo>
                  <a:lnTo>
                    <a:pt x="1256258" y="1180160"/>
                  </a:lnTo>
                  <a:lnTo>
                    <a:pt x="1127442" y="1180160"/>
                  </a:lnTo>
                  <a:lnTo>
                    <a:pt x="1127442" y="856488"/>
                  </a:lnTo>
                  <a:lnTo>
                    <a:pt x="1127442" y="850138"/>
                  </a:lnTo>
                  <a:lnTo>
                    <a:pt x="1127442" y="526465"/>
                  </a:lnTo>
                  <a:lnTo>
                    <a:pt x="1256258" y="526465"/>
                  </a:lnTo>
                  <a:lnTo>
                    <a:pt x="1256258" y="520115"/>
                  </a:lnTo>
                  <a:close/>
                </a:path>
                <a:path extrusionOk="0" h="1186814" w="2894329">
                  <a:moveTo>
                    <a:pt x="2809011" y="43065"/>
                  </a:moveTo>
                  <a:lnTo>
                    <a:pt x="2797302" y="6629"/>
                  </a:lnTo>
                  <a:lnTo>
                    <a:pt x="2797302" y="34569"/>
                  </a:lnTo>
                  <a:lnTo>
                    <a:pt x="2760573" y="34569"/>
                  </a:lnTo>
                  <a:lnTo>
                    <a:pt x="2780271" y="10629"/>
                  </a:lnTo>
                  <a:lnTo>
                    <a:pt x="2787269" y="12128"/>
                  </a:lnTo>
                  <a:lnTo>
                    <a:pt x="2792374" y="16624"/>
                  </a:lnTo>
                  <a:lnTo>
                    <a:pt x="2795689" y="24091"/>
                  </a:lnTo>
                  <a:lnTo>
                    <a:pt x="2797302" y="34569"/>
                  </a:lnTo>
                  <a:lnTo>
                    <a:pt x="2797302" y="6629"/>
                  </a:lnTo>
                  <a:lnTo>
                    <a:pt x="2796921" y="6210"/>
                  </a:lnTo>
                  <a:lnTo>
                    <a:pt x="2791180" y="2590"/>
                  </a:lnTo>
                  <a:lnTo>
                    <a:pt x="2784640" y="469"/>
                  </a:lnTo>
                  <a:lnTo>
                    <a:pt x="2777604" y="0"/>
                  </a:lnTo>
                  <a:lnTo>
                    <a:pt x="2771749" y="0"/>
                  </a:lnTo>
                  <a:lnTo>
                    <a:pt x="2766428" y="2133"/>
                  </a:lnTo>
                  <a:lnTo>
                    <a:pt x="2756852" y="9575"/>
                  </a:lnTo>
                  <a:lnTo>
                    <a:pt x="2753118" y="14884"/>
                  </a:lnTo>
                  <a:lnTo>
                    <a:pt x="2750985" y="20739"/>
                  </a:lnTo>
                  <a:lnTo>
                    <a:pt x="2748330" y="27114"/>
                  </a:lnTo>
                  <a:lnTo>
                    <a:pt x="2747264" y="34569"/>
                  </a:lnTo>
                  <a:lnTo>
                    <a:pt x="2747137" y="43065"/>
                  </a:lnTo>
                  <a:lnTo>
                    <a:pt x="2746730" y="48387"/>
                  </a:lnTo>
                  <a:lnTo>
                    <a:pt x="2768562" y="80822"/>
                  </a:lnTo>
                  <a:lnTo>
                    <a:pt x="2775483" y="82956"/>
                  </a:lnTo>
                  <a:lnTo>
                    <a:pt x="2781871" y="81889"/>
                  </a:lnTo>
                  <a:lnTo>
                    <a:pt x="2788615" y="81597"/>
                  </a:lnTo>
                  <a:lnTo>
                    <a:pt x="2795168" y="79959"/>
                  </a:lnTo>
                  <a:lnTo>
                    <a:pt x="2801175" y="77101"/>
                  </a:lnTo>
                  <a:lnTo>
                    <a:pt x="2806877" y="72847"/>
                  </a:lnTo>
                  <a:lnTo>
                    <a:pt x="2806623" y="72313"/>
                  </a:lnTo>
                  <a:lnTo>
                    <a:pt x="2802623" y="64338"/>
                  </a:lnTo>
                  <a:lnTo>
                    <a:pt x="2796235" y="68059"/>
                  </a:lnTo>
                  <a:lnTo>
                    <a:pt x="2789313" y="70726"/>
                  </a:lnTo>
                  <a:lnTo>
                    <a:pt x="2781871" y="72313"/>
                  </a:lnTo>
                  <a:lnTo>
                    <a:pt x="2775483" y="72313"/>
                  </a:lnTo>
                  <a:lnTo>
                    <a:pt x="2769095" y="69126"/>
                  </a:lnTo>
                  <a:lnTo>
                    <a:pt x="2765361" y="63804"/>
                  </a:lnTo>
                  <a:lnTo>
                    <a:pt x="2761640" y="57429"/>
                  </a:lnTo>
                  <a:lnTo>
                    <a:pt x="2759506" y="50520"/>
                  </a:lnTo>
                  <a:lnTo>
                    <a:pt x="2759506" y="43065"/>
                  </a:lnTo>
                  <a:lnTo>
                    <a:pt x="2809011" y="43065"/>
                  </a:lnTo>
                  <a:close/>
                </a:path>
                <a:path extrusionOk="0" h="1186814" w="2894329">
                  <a:moveTo>
                    <a:pt x="2894177" y="533"/>
                  </a:moveTo>
                  <a:lnTo>
                    <a:pt x="2881934" y="533"/>
                  </a:lnTo>
                  <a:lnTo>
                    <a:pt x="2876080" y="2133"/>
                  </a:lnTo>
                  <a:lnTo>
                    <a:pt x="2870758" y="4787"/>
                  </a:lnTo>
                  <a:lnTo>
                    <a:pt x="2865971" y="7975"/>
                  </a:lnTo>
                  <a:lnTo>
                    <a:pt x="2861183" y="12230"/>
                  </a:lnTo>
                  <a:lnTo>
                    <a:pt x="2858516" y="17551"/>
                  </a:lnTo>
                  <a:lnTo>
                    <a:pt x="2857576" y="4787"/>
                  </a:lnTo>
                  <a:lnTo>
                    <a:pt x="2857449" y="3187"/>
                  </a:lnTo>
                  <a:lnTo>
                    <a:pt x="2846806" y="3187"/>
                  </a:lnTo>
                  <a:lnTo>
                    <a:pt x="2846806" y="80822"/>
                  </a:lnTo>
                  <a:lnTo>
                    <a:pt x="2859582" y="80822"/>
                  </a:lnTo>
                  <a:lnTo>
                    <a:pt x="2859049" y="37223"/>
                  </a:lnTo>
                  <a:lnTo>
                    <a:pt x="2858516" y="30314"/>
                  </a:lnTo>
                  <a:lnTo>
                    <a:pt x="2861183" y="23393"/>
                  </a:lnTo>
                  <a:lnTo>
                    <a:pt x="2866504" y="18618"/>
                  </a:lnTo>
                  <a:lnTo>
                    <a:pt x="2867799" y="17551"/>
                  </a:lnTo>
                  <a:lnTo>
                    <a:pt x="2872359" y="13830"/>
                  </a:lnTo>
                  <a:lnTo>
                    <a:pt x="2879280" y="11696"/>
                  </a:lnTo>
                  <a:lnTo>
                    <a:pt x="2886202" y="12230"/>
                  </a:lnTo>
                  <a:lnTo>
                    <a:pt x="2894177" y="12230"/>
                  </a:lnTo>
                  <a:lnTo>
                    <a:pt x="2894177" y="11696"/>
                  </a:lnTo>
                  <a:lnTo>
                    <a:pt x="2894177" y="533"/>
                  </a:lnTo>
                  <a:close/>
                </a:path>
              </a:pathLst>
            </a:custGeom>
            <a:solidFill>
              <a:srgbClr val="0F162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1" name="Google Shape;271;p20"/>
            <p:cNvSpPr/>
            <p:nvPr/>
          </p:nvSpPr>
          <p:spPr>
            <a:xfrm>
              <a:off x="5309488" y="4695593"/>
              <a:ext cx="330835" cy="6985"/>
            </a:xfrm>
            <a:custGeom>
              <a:rect b="b" l="l" r="r" t="t"/>
              <a:pathLst>
                <a:path extrusionOk="0" h="6985" w="330835">
                  <a:moveTo>
                    <a:pt x="330565" y="0"/>
                  </a:moveTo>
                  <a:lnTo>
                    <a:pt x="0" y="0"/>
                  </a:lnTo>
                  <a:lnTo>
                    <a:pt x="0" y="6380"/>
                  </a:lnTo>
                  <a:lnTo>
                    <a:pt x="330565" y="6380"/>
                  </a:lnTo>
                  <a:lnTo>
                    <a:pt x="330565" y="0"/>
                  </a:lnTo>
                  <a:close/>
                </a:path>
              </a:pathLst>
            </a:custGeom>
            <a:solidFill>
              <a:srgbClr val="1F405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2" name="Google Shape;272;p20"/>
            <p:cNvSpPr/>
            <p:nvPr/>
          </p:nvSpPr>
          <p:spPr>
            <a:xfrm>
              <a:off x="5964758" y="5099672"/>
              <a:ext cx="2649855" cy="1256030"/>
            </a:xfrm>
            <a:custGeom>
              <a:rect b="b" l="l" r="r" t="t"/>
              <a:pathLst>
                <a:path extrusionOk="0" h="1256029" w="2649854">
                  <a:moveTo>
                    <a:pt x="2649842" y="0"/>
                  </a:moveTo>
                  <a:lnTo>
                    <a:pt x="2642920" y="0"/>
                  </a:lnTo>
                  <a:lnTo>
                    <a:pt x="2642920" y="129463"/>
                  </a:lnTo>
                  <a:lnTo>
                    <a:pt x="6388" y="129463"/>
                  </a:lnTo>
                  <a:lnTo>
                    <a:pt x="6388" y="0"/>
                  </a:lnTo>
                  <a:lnTo>
                    <a:pt x="0" y="0"/>
                  </a:lnTo>
                  <a:lnTo>
                    <a:pt x="0" y="129463"/>
                  </a:lnTo>
                  <a:lnTo>
                    <a:pt x="0" y="135813"/>
                  </a:lnTo>
                  <a:lnTo>
                    <a:pt x="1321727" y="135813"/>
                  </a:lnTo>
                  <a:lnTo>
                    <a:pt x="1321727" y="1255458"/>
                  </a:lnTo>
                  <a:lnTo>
                    <a:pt x="1328115" y="1255458"/>
                  </a:lnTo>
                  <a:lnTo>
                    <a:pt x="1328115" y="135813"/>
                  </a:lnTo>
                  <a:lnTo>
                    <a:pt x="2649842" y="135813"/>
                  </a:lnTo>
                  <a:lnTo>
                    <a:pt x="2649842" y="129463"/>
                  </a:lnTo>
                  <a:lnTo>
                    <a:pt x="2649842" y="0"/>
                  </a:lnTo>
                  <a:close/>
                </a:path>
              </a:pathLst>
            </a:custGeom>
            <a:solidFill>
              <a:srgbClr val="0F162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3" name="Google Shape;273;p20"/>
            <p:cNvSpPr/>
            <p:nvPr/>
          </p:nvSpPr>
          <p:spPr>
            <a:xfrm>
              <a:off x="7286493" y="5361322"/>
              <a:ext cx="6985" cy="330200"/>
            </a:xfrm>
            <a:custGeom>
              <a:rect b="b" l="l" r="r" t="t"/>
              <a:pathLst>
                <a:path extrusionOk="0" h="330200" w="6984">
                  <a:moveTo>
                    <a:pt x="6387" y="0"/>
                  </a:moveTo>
                  <a:lnTo>
                    <a:pt x="0" y="0"/>
                  </a:lnTo>
                  <a:lnTo>
                    <a:pt x="0" y="330205"/>
                  </a:lnTo>
                  <a:lnTo>
                    <a:pt x="6387" y="330205"/>
                  </a:lnTo>
                  <a:lnTo>
                    <a:pt x="6387" y="0"/>
                  </a:lnTo>
                  <a:close/>
                </a:path>
              </a:pathLst>
            </a:custGeom>
            <a:solidFill>
              <a:srgbClr val="1F405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pic>
        <p:nvPicPr>
          <p:cNvPr id="274" name="Google Shape;274;p2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256570" y="4641888"/>
            <a:ext cx="320453" cy="119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145431" y="6536445"/>
            <a:ext cx="281592" cy="90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2444495" y="3115054"/>
            <a:ext cx="1424940" cy="364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91439" y="100687"/>
            <a:ext cx="406908" cy="397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0759440" y="4550767"/>
            <a:ext cx="406907" cy="397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1"/>
          <p:cNvSpPr txBox="1"/>
          <p:nvPr>
            <p:ph type="title"/>
          </p:nvPr>
        </p:nvSpPr>
        <p:spPr>
          <a:xfrm>
            <a:off x="2686050" y="113233"/>
            <a:ext cx="6779767" cy="1122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3425">
            <a:spAutoFit/>
          </a:bodyPr>
          <a:lstStyle/>
          <a:p>
            <a:pPr indent="0" lvl="0" marL="16795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Properties</a:t>
            </a:r>
            <a:endParaRPr/>
          </a:p>
        </p:txBody>
      </p:sp>
      <p:pic>
        <p:nvPicPr>
          <p:cNvPr id="284" name="Google Shape;28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371" y="6178581"/>
            <a:ext cx="1345101" cy="4235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5" name="Google Shape;285;p21"/>
          <p:cNvGrpSpPr/>
          <p:nvPr/>
        </p:nvGrpSpPr>
        <p:grpSpPr>
          <a:xfrm>
            <a:off x="1999488" y="3794759"/>
            <a:ext cx="8331834" cy="535305"/>
            <a:chOff x="1999488" y="3794759"/>
            <a:chExt cx="8331834" cy="535305"/>
          </a:xfrm>
        </p:grpSpPr>
        <p:sp>
          <p:nvSpPr>
            <p:cNvPr id="286" name="Google Shape;286;p21"/>
            <p:cNvSpPr/>
            <p:nvPr/>
          </p:nvSpPr>
          <p:spPr>
            <a:xfrm>
              <a:off x="1999488" y="3794759"/>
              <a:ext cx="8331834" cy="535305"/>
            </a:xfrm>
            <a:custGeom>
              <a:rect b="b" l="l" r="r" t="t"/>
              <a:pathLst>
                <a:path extrusionOk="0" h="535304" w="8331834">
                  <a:moveTo>
                    <a:pt x="8242554" y="0"/>
                  </a:moveTo>
                  <a:lnTo>
                    <a:pt x="89154" y="0"/>
                  </a:lnTo>
                  <a:lnTo>
                    <a:pt x="54435" y="7000"/>
                  </a:lnTo>
                  <a:lnTo>
                    <a:pt x="26098" y="26098"/>
                  </a:lnTo>
                  <a:lnTo>
                    <a:pt x="7000" y="54435"/>
                  </a:lnTo>
                  <a:lnTo>
                    <a:pt x="0" y="89153"/>
                  </a:lnTo>
                  <a:lnTo>
                    <a:pt x="0" y="445769"/>
                  </a:lnTo>
                  <a:lnTo>
                    <a:pt x="7000" y="480488"/>
                  </a:lnTo>
                  <a:lnTo>
                    <a:pt x="26098" y="508825"/>
                  </a:lnTo>
                  <a:lnTo>
                    <a:pt x="54435" y="527923"/>
                  </a:lnTo>
                  <a:lnTo>
                    <a:pt x="89154" y="534923"/>
                  </a:lnTo>
                  <a:lnTo>
                    <a:pt x="8242554" y="534923"/>
                  </a:lnTo>
                  <a:lnTo>
                    <a:pt x="8277272" y="527923"/>
                  </a:lnTo>
                  <a:lnTo>
                    <a:pt x="8305609" y="508825"/>
                  </a:lnTo>
                  <a:lnTo>
                    <a:pt x="8324707" y="480488"/>
                  </a:lnTo>
                  <a:lnTo>
                    <a:pt x="8331708" y="445769"/>
                  </a:lnTo>
                  <a:lnTo>
                    <a:pt x="8331708" y="89153"/>
                  </a:lnTo>
                  <a:lnTo>
                    <a:pt x="8324707" y="54435"/>
                  </a:lnTo>
                  <a:lnTo>
                    <a:pt x="8305609" y="26098"/>
                  </a:lnTo>
                  <a:lnTo>
                    <a:pt x="8277272" y="7000"/>
                  </a:lnTo>
                  <a:lnTo>
                    <a:pt x="8242554" y="0"/>
                  </a:lnTo>
                  <a:close/>
                </a:path>
              </a:pathLst>
            </a:custGeom>
            <a:solidFill>
              <a:srgbClr val="4471C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7" name="Google Shape;287;p21"/>
            <p:cNvSpPr/>
            <p:nvPr/>
          </p:nvSpPr>
          <p:spPr>
            <a:xfrm>
              <a:off x="1999488" y="3794759"/>
              <a:ext cx="8331834" cy="535305"/>
            </a:xfrm>
            <a:custGeom>
              <a:rect b="b" l="l" r="r" t="t"/>
              <a:pathLst>
                <a:path extrusionOk="0" h="535304" w="8331834">
                  <a:moveTo>
                    <a:pt x="0" y="89153"/>
                  </a:moveTo>
                  <a:lnTo>
                    <a:pt x="7000" y="54435"/>
                  </a:lnTo>
                  <a:lnTo>
                    <a:pt x="26098" y="26098"/>
                  </a:lnTo>
                  <a:lnTo>
                    <a:pt x="54435" y="7000"/>
                  </a:lnTo>
                  <a:lnTo>
                    <a:pt x="89154" y="0"/>
                  </a:lnTo>
                  <a:lnTo>
                    <a:pt x="8242554" y="0"/>
                  </a:lnTo>
                  <a:lnTo>
                    <a:pt x="8277272" y="7000"/>
                  </a:lnTo>
                  <a:lnTo>
                    <a:pt x="8305609" y="26098"/>
                  </a:lnTo>
                  <a:lnTo>
                    <a:pt x="8324707" y="54435"/>
                  </a:lnTo>
                  <a:lnTo>
                    <a:pt x="8331708" y="89153"/>
                  </a:lnTo>
                  <a:lnTo>
                    <a:pt x="8331708" y="445769"/>
                  </a:lnTo>
                  <a:lnTo>
                    <a:pt x="8324707" y="480488"/>
                  </a:lnTo>
                  <a:lnTo>
                    <a:pt x="8305609" y="508825"/>
                  </a:lnTo>
                  <a:lnTo>
                    <a:pt x="8277272" y="527923"/>
                  </a:lnTo>
                  <a:lnTo>
                    <a:pt x="8242554" y="534923"/>
                  </a:lnTo>
                  <a:lnTo>
                    <a:pt x="89154" y="534923"/>
                  </a:lnTo>
                  <a:lnTo>
                    <a:pt x="54435" y="527923"/>
                  </a:lnTo>
                  <a:lnTo>
                    <a:pt x="26098" y="508825"/>
                  </a:lnTo>
                  <a:lnTo>
                    <a:pt x="7000" y="480488"/>
                  </a:lnTo>
                  <a:lnTo>
                    <a:pt x="0" y="445769"/>
                  </a:lnTo>
                  <a:lnTo>
                    <a:pt x="0" y="89153"/>
                  </a:lnTo>
                  <a:close/>
                </a:path>
              </a:pathLst>
            </a:custGeom>
            <a:noFill/>
            <a:ln cap="flat" cmpd="sng" w="12700">
              <a:solidFill>
                <a:srgbClr val="172C5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288" name="Google Shape;288;p21"/>
          <p:cNvGrpSpPr/>
          <p:nvPr/>
        </p:nvGrpSpPr>
        <p:grpSpPr>
          <a:xfrm>
            <a:off x="1958339" y="4594859"/>
            <a:ext cx="8364220" cy="957580"/>
            <a:chOff x="1958339" y="4594859"/>
            <a:chExt cx="8364220" cy="957580"/>
          </a:xfrm>
        </p:grpSpPr>
        <p:sp>
          <p:nvSpPr>
            <p:cNvPr id="289" name="Google Shape;289;p21"/>
            <p:cNvSpPr/>
            <p:nvPr/>
          </p:nvSpPr>
          <p:spPr>
            <a:xfrm>
              <a:off x="1958339" y="4594859"/>
              <a:ext cx="8364220" cy="957580"/>
            </a:xfrm>
            <a:custGeom>
              <a:rect b="b" l="l" r="r" t="t"/>
              <a:pathLst>
                <a:path extrusionOk="0" h="957579" w="8364220">
                  <a:moveTo>
                    <a:pt x="8204200" y="0"/>
                  </a:moveTo>
                  <a:lnTo>
                    <a:pt x="159512" y="0"/>
                  </a:lnTo>
                  <a:lnTo>
                    <a:pt x="109077" y="8127"/>
                  </a:lnTo>
                  <a:lnTo>
                    <a:pt x="65288" y="30764"/>
                  </a:lnTo>
                  <a:lnTo>
                    <a:pt x="30764" y="65288"/>
                  </a:lnTo>
                  <a:lnTo>
                    <a:pt x="8127" y="109077"/>
                  </a:lnTo>
                  <a:lnTo>
                    <a:pt x="0" y="159512"/>
                  </a:lnTo>
                  <a:lnTo>
                    <a:pt x="0" y="797559"/>
                  </a:lnTo>
                  <a:lnTo>
                    <a:pt x="8127" y="847994"/>
                  </a:lnTo>
                  <a:lnTo>
                    <a:pt x="30764" y="891783"/>
                  </a:lnTo>
                  <a:lnTo>
                    <a:pt x="65288" y="926307"/>
                  </a:lnTo>
                  <a:lnTo>
                    <a:pt x="109077" y="948943"/>
                  </a:lnTo>
                  <a:lnTo>
                    <a:pt x="159512" y="957071"/>
                  </a:lnTo>
                  <a:lnTo>
                    <a:pt x="8204200" y="957071"/>
                  </a:lnTo>
                  <a:lnTo>
                    <a:pt x="8254634" y="948944"/>
                  </a:lnTo>
                  <a:lnTo>
                    <a:pt x="8298423" y="926307"/>
                  </a:lnTo>
                  <a:lnTo>
                    <a:pt x="8332947" y="891783"/>
                  </a:lnTo>
                  <a:lnTo>
                    <a:pt x="8355584" y="847994"/>
                  </a:lnTo>
                  <a:lnTo>
                    <a:pt x="8363711" y="797559"/>
                  </a:lnTo>
                  <a:lnTo>
                    <a:pt x="8363711" y="159512"/>
                  </a:lnTo>
                  <a:lnTo>
                    <a:pt x="8355584" y="109077"/>
                  </a:lnTo>
                  <a:lnTo>
                    <a:pt x="8332947" y="65288"/>
                  </a:lnTo>
                  <a:lnTo>
                    <a:pt x="8298423" y="30764"/>
                  </a:lnTo>
                  <a:lnTo>
                    <a:pt x="8254634" y="8127"/>
                  </a:lnTo>
                  <a:lnTo>
                    <a:pt x="8204200" y="0"/>
                  </a:lnTo>
                  <a:close/>
                </a:path>
              </a:pathLst>
            </a:custGeom>
            <a:solidFill>
              <a:srgbClr val="4471C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0" name="Google Shape;290;p21"/>
            <p:cNvSpPr/>
            <p:nvPr/>
          </p:nvSpPr>
          <p:spPr>
            <a:xfrm>
              <a:off x="1958339" y="4594859"/>
              <a:ext cx="8364220" cy="957580"/>
            </a:xfrm>
            <a:custGeom>
              <a:rect b="b" l="l" r="r" t="t"/>
              <a:pathLst>
                <a:path extrusionOk="0" h="957579" w="8364220">
                  <a:moveTo>
                    <a:pt x="0" y="159512"/>
                  </a:moveTo>
                  <a:lnTo>
                    <a:pt x="8127" y="109077"/>
                  </a:lnTo>
                  <a:lnTo>
                    <a:pt x="30764" y="65288"/>
                  </a:lnTo>
                  <a:lnTo>
                    <a:pt x="65288" y="30764"/>
                  </a:lnTo>
                  <a:lnTo>
                    <a:pt x="109077" y="8127"/>
                  </a:lnTo>
                  <a:lnTo>
                    <a:pt x="159512" y="0"/>
                  </a:lnTo>
                  <a:lnTo>
                    <a:pt x="8204200" y="0"/>
                  </a:lnTo>
                  <a:lnTo>
                    <a:pt x="8254634" y="8127"/>
                  </a:lnTo>
                  <a:lnTo>
                    <a:pt x="8298423" y="30764"/>
                  </a:lnTo>
                  <a:lnTo>
                    <a:pt x="8332947" y="65288"/>
                  </a:lnTo>
                  <a:lnTo>
                    <a:pt x="8355584" y="109077"/>
                  </a:lnTo>
                  <a:lnTo>
                    <a:pt x="8363711" y="159512"/>
                  </a:lnTo>
                  <a:lnTo>
                    <a:pt x="8363711" y="797559"/>
                  </a:lnTo>
                  <a:lnTo>
                    <a:pt x="8355584" y="847994"/>
                  </a:lnTo>
                  <a:lnTo>
                    <a:pt x="8332947" y="891783"/>
                  </a:lnTo>
                  <a:lnTo>
                    <a:pt x="8298423" y="926307"/>
                  </a:lnTo>
                  <a:lnTo>
                    <a:pt x="8254634" y="948944"/>
                  </a:lnTo>
                  <a:lnTo>
                    <a:pt x="8204200" y="957071"/>
                  </a:lnTo>
                  <a:lnTo>
                    <a:pt x="159512" y="957071"/>
                  </a:lnTo>
                  <a:lnTo>
                    <a:pt x="109077" y="948943"/>
                  </a:lnTo>
                  <a:lnTo>
                    <a:pt x="65288" y="926307"/>
                  </a:lnTo>
                  <a:lnTo>
                    <a:pt x="30764" y="891783"/>
                  </a:lnTo>
                  <a:lnTo>
                    <a:pt x="8127" y="847994"/>
                  </a:lnTo>
                  <a:lnTo>
                    <a:pt x="0" y="797559"/>
                  </a:lnTo>
                  <a:lnTo>
                    <a:pt x="0" y="159512"/>
                  </a:lnTo>
                  <a:close/>
                </a:path>
              </a:pathLst>
            </a:custGeom>
            <a:noFill/>
            <a:ln cap="flat" cmpd="sng" w="12700">
              <a:solidFill>
                <a:srgbClr val="172C5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291" name="Google Shape;291;p21"/>
          <p:cNvGrpSpPr/>
          <p:nvPr/>
        </p:nvGrpSpPr>
        <p:grpSpPr>
          <a:xfrm>
            <a:off x="1967483" y="2577083"/>
            <a:ext cx="8409940" cy="957580"/>
            <a:chOff x="1967483" y="2577083"/>
            <a:chExt cx="8409940" cy="957580"/>
          </a:xfrm>
        </p:grpSpPr>
        <p:sp>
          <p:nvSpPr>
            <p:cNvPr id="292" name="Google Shape;292;p21"/>
            <p:cNvSpPr/>
            <p:nvPr/>
          </p:nvSpPr>
          <p:spPr>
            <a:xfrm>
              <a:off x="1967483" y="2577083"/>
              <a:ext cx="8409940" cy="957580"/>
            </a:xfrm>
            <a:custGeom>
              <a:rect b="b" l="l" r="r" t="t"/>
              <a:pathLst>
                <a:path extrusionOk="0" h="957579" w="8409940">
                  <a:moveTo>
                    <a:pt x="8249920" y="0"/>
                  </a:moveTo>
                  <a:lnTo>
                    <a:pt x="159512" y="0"/>
                  </a:lnTo>
                  <a:lnTo>
                    <a:pt x="109077" y="8128"/>
                  </a:lnTo>
                  <a:lnTo>
                    <a:pt x="65288" y="30764"/>
                  </a:lnTo>
                  <a:lnTo>
                    <a:pt x="30764" y="65288"/>
                  </a:lnTo>
                  <a:lnTo>
                    <a:pt x="8128" y="109077"/>
                  </a:lnTo>
                  <a:lnTo>
                    <a:pt x="0" y="159512"/>
                  </a:lnTo>
                  <a:lnTo>
                    <a:pt x="0" y="797560"/>
                  </a:lnTo>
                  <a:lnTo>
                    <a:pt x="8127" y="847994"/>
                  </a:lnTo>
                  <a:lnTo>
                    <a:pt x="30764" y="891783"/>
                  </a:lnTo>
                  <a:lnTo>
                    <a:pt x="65288" y="926307"/>
                  </a:lnTo>
                  <a:lnTo>
                    <a:pt x="109077" y="948943"/>
                  </a:lnTo>
                  <a:lnTo>
                    <a:pt x="159512" y="957071"/>
                  </a:lnTo>
                  <a:lnTo>
                    <a:pt x="8249920" y="957071"/>
                  </a:lnTo>
                  <a:lnTo>
                    <a:pt x="8300354" y="948943"/>
                  </a:lnTo>
                  <a:lnTo>
                    <a:pt x="8344143" y="926307"/>
                  </a:lnTo>
                  <a:lnTo>
                    <a:pt x="8378667" y="891783"/>
                  </a:lnTo>
                  <a:lnTo>
                    <a:pt x="8401304" y="847994"/>
                  </a:lnTo>
                  <a:lnTo>
                    <a:pt x="8409432" y="797560"/>
                  </a:lnTo>
                  <a:lnTo>
                    <a:pt x="8409432" y="159512"/>
                  </a:lnTo>
                  <a:lnTo>
                    <a:pt x="8401304" y="109077"/>
                  </a:lnTo>
                  <a:lnTo>
                    <a:pt x="8378667" y="65288"/>
                  </a:lnTo>
                  <a:lnTo>
                    <a:pt x="8344143" y="30764"/>
                  </a:lnTo>
                  <a:lnTo>
                    <a:pt x="8300354" y="8127"/>
                  </a:lnTo>
                  <a:lnTo>
                    <a:pt x="8249920" y="0"/>
                  </a:lnTo>
                  <a:close/>
                </a:path>
              </a:pathLst>
            </a:custGeom>
            <a:solidFill>
              <a:srgbClr val="4471C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3" name="Google Shape;293;p21"/>
            <p:cNvSpPr/>
            <p:nvPr/>
          </p:nvSpPr>
          <p:spPr>
            <a:xfrm>
              <a:off x="1967483" y="2577083"/>
              <a:ext cx="8409940" cy="957580"/>
            </a:xfrm>
            <a:custGeom>
              <a:rect b="b" l="l" r="r" t="t"/>
              <a:pathLst>
                <a:path extrusionOk="0" h="957579" w="8409940">
                  <a:moveTo>
                    <a:pt x="0" y="159512"/>
                  </a:moveTo>
                  <a:lnTo>
                    <a:pt x="8128" y="109077"/>
                  </a:lnTo>
                  <a:lnTo>
                    <a:pt x="30764" y="65288"/>
                  </a:lnTo>
                  <a:lnTo>
                    <a:pt x="65288" y="30764"/>
                  </a:lnTo>
                  <a:lnTo>
                    <a:pt x="109077" y="8128"/>
                  </a:lnTo>
                  <a:lnTo>
                    <a:pt x="159512" y="0"/>
                  </a:lnTo>
                  <a:lnTo>
                    <a:pt x="8249920" y="0"/>
                  </a:lnTo>
                  <a:lnTo>
                    <a:pt x="8300354" y="8127"/>
                  </a:lnTo>
                  <a:lnTo>
                    <a:pt x="8344143" y="30764"/>
                  </a:lnTo>
                  <a:lnTo>
                    <a:pt x="8378667" y="65288"/>
                  </a:lnTo>
                  <a:lnTo>
                    <a:pt x="8401304" y="109077"/>
                  </a:lnTo>
                  <a:lnTo>
                    <a:pt x="8409432" y="159512"/>
                  </a:lnTo>
                  <a:lnTo>
                    <a:pt x="8409432" y="797560"/>
                  </a:lnTo>
                  <a:lnTo>
                    <a:pt x="8401304" y="847994"/>
                  </a:lnTo>
                  <a:lnTo>
                    <a:pt x="8378667" y="891783"/>
                  </a:lnTo>
                  <a:lnTo>
                    <a:pt x="8344143" y="926307"/>
                  </a:lnTo>
                  <a:lnTo>
                    <a:pt x="8300354" y="948943"/>
                  </a:lnTo>
                  <a:lnTo>
                    <a:pt x="8249920" y="957071"/>
                  </a:lnTo>
                  <a:lnTo>
                    <a:pt x="159512" y="957071"/>
                  </a:lnTo>
                  <a:lnTo>
                    <a:pt x="109077" y="948943"/>
                  </a:lnTo>
                  <a:lnTo>
                    <a:pt x="65288" y="926307"/>
                  </a:lnTo>
                  <a:lnTo>
                    <a:pt x="30764" y="891783"/>
                  </a:lnTo>
                  <a:lnTo>
                    <a:pt x="8127" y="847994"/>
                  </a:lnTo>
                  <a:lnTo>
                    <a:pt x="0" y="797560"/>
                  </a:lnTo>
                  <a:lnTo>
                    <a:pt x="0" y="159512"/>
                  </a:lnTo>
                  <a:close/>
                </a:path>
              </a:pathLst>
            </a:custGeom>
            <a:noFill/>
            <a:ln cap="flat" cmpd="sng" w="12700">
              <a:solidFill>
                <a:srgbClr val="172C5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294" name="Google Shape;294;p21"/>
          <p:cNvGrpSpPr/>
          <p:nvPr/>
        </p:nvGrpSpPr>
        <p:grpSpPr>
          <a:xfrm>
            <a:off x="1962911" y="1339596"/>
            <a:ext cx="8473440" cy="957580"/>
            <a:chOff x="1962911" y="1339596"/>
            <a:chExt cx="8473440" cy="957580"/>
          </a:xfrm>
        </p:grpSpPr>
        <p:sp>
          <p:nvSpPr>
            <p:cNvPr id="295" name="Google Shape;295;p21"/>
            <p:cNvSpPr/>
            <p:nvPr/>
          </p:nvSpPr>
          <p:spPr>
            <a:xfrm>
              <a:off x="1962911" y="1339596"/>
              <a:ext cx="8473440" cy="957580"/>
            </a:xfrm>
            <a:custGeom>
              <a:rect b="b" l="l" r="r" t="t"/>
              <a:pathLst>
                <a:path extrusionOk="0" h="957580" w="8473440">
                  <a:moveTo>
                    <a:pt x="8313928" y="0"/>
                  </a:moveTo>
                  <a:lnTo>
                    <a:pt x="159512" y="0"/>
                  </a:lnTo>
                  <a:lnTo>
                    <a:pt x="109077" y="8128"/>
                  </a:lnTo>
                  <a:lnTo>
                    <a:pt x="65288" y="30764"/>
                  </a:lnTo>
                  <a:lnTo>
                    <a:pt x="30764" y="65288"/>
                  </a:lnTo>
                  <a:lnTo>
                    <a:pt x="8127" y="109077"/>
                  </a:lnTo>
                  <a:lnTo>
                    <a:pt x="0" y="159512"/>
                  </a:lnTo>
                  <a:lnTo>
                    <a:pt x="0" y="797559"/>
                  </a:lnTo>
                  <a:lnTo>
                    <a:pt x="8127" y="847994"/>
                  </a:lnTo>
                  <a:lnTo>
                    <a:pt x="30764" y="891783"/>
                  </a:lnTo>
                  <a:lnTo>
                    <a:pt x="65288" y="926307"/>
                  </a:lnTo>
                  <a:lnTo>
                    <a:pt x="109077" y="948943"/>
                  </a:lnTo>
                  <a:lnTo>
                    <a:pt x="159512" y="957071"/>
                  </a:lnTo>
                  <a:lnTo>
                    <a:pt x="8313928" y="957071"/>
                  </a:lnTo>
                  <a:lnTo>
                    <a:pt x="8364362" y="948943"/>
                  </a:lnTo>
                  <a:lnTo>
                    <a:pt x="8408151" y="926307"/>
                  </a:lnTo>
                  <a:lnTo>
                    <a:pt x="8442675" y="891783"/>
                  </a:lnTo>
                  <a:lnTo>
                    <a:pt x="8465312" y="847994"/>
                  </a:lnTo>
                  <a:lnTo>
                    <a:pt x="8473440" y="797559"/>
                  </a:lnTo>
                  <a:lnTo>
                    <a:pt x="8473440" y="159512"/>
                  </a:lnTo>
                  <a:lnTo>
                    <a:pt x="8465312" y="109077"/>
                  </a:lnTo>
                  <a:lnTo>
                    <a:pt x="8442675" y="65288"/>
                  </a:lnTo>
                  <a:lnTo>
                    <a:pt x="8408151" y="30764"/>
                  </a:lnTo>
                  <a:lnTo>
                    <a:pt x="8364362" y="8127"/>
                  </a:lnTo>
                  <a:lnTo>
                    <a:pt x="8313928" y="0"/>
                  </a:lnTo>
                  <a:close/>
                </a:path>
              </a:pathLst>
            </a:custGeom>
            <a:solidFill>
              <a:srgbClr val="4471C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6" name="Google Shape;296;p21"/>
            <p:cNvSpPr/>
            <p:nvPr/>
          </p:nvSpPr>
          <p:spPr>
            <a:xfrm>
              <a:off x="1962911" y="1339596"/>
              <a:ext cx="8473440" cy="957580"/>
            </a:xfrm>
            <a:custGeom>
              <a:rect b="b" l="l" r="r" t="t"/>
              <a:pathLst>
                <a:path extrusionOk="0" h="957580" w="8473440">
                  <a:moveTo>
                    <a:pt x="0" y="159512"/>
                  </a:moveTo>
                  <a:lnTo>
                    <a:pt x="8127" y="109077"/>
                  </a:lnTo>
                  <a:lnTo>
                    <a:pt x="30764" y="65288"/>
                  </a:lnTo>
                  <a:lnTo>
                    <a:pt x="65288" y="30764"/>
                  </a:lnTo>
                  <a:lnTo>
                    <a:pt x="109077" y="8128"/>
                  </a:lnTo>
                  <a:lnTo>
                    <a:pt x="159512" y="0"/>
                  </a:lnTo>
                  <a:lnTo>
                    <a:pt x="8313928" y="0"/>
                  </a:lnTo>
                  <a:lnTo>
                    <a:pt x="8364362" y="8127"/>
                  </a:lnTo>
                  <a:lnTo>
                    <a:pt x="8408151" y="30764"/>
                  </a:lnTo>
                  <a:lnTo>
                    <a:pt x="8442675" y="65288"/>
                  </a:lnTo>
                  <a:lnTo>
                    <a:pt x="8465312" y="109077"/>
                  </a:lnTo>
                  <a:lnTo>
                    <a:pt x="8473440" y="159512"/>
                  </a:lnTo>
                  <a:lnTo>
                    <a:pt x="8473440" y="797559"/>
                  </a:lnTo>
                  <a:lnTo>
                    <a:pt x="8465312" y="847994"/>
                  </a:lnTo>
                  <a:lnTo>
                    <a:pt x="8442675" y="891783"/>
                  </a:lnTo>
                  <a:lnTo>
                    <a:pt x="8408151" y="926307"/>
                  </a:lnTo>
                  <a:lnTo>
                    <a:pt x="8364362" y="948943"/>
                  </a:lnTo>
                  <a:lnTo>
                    <a:pt x="8313928" y="957071"/>
                  </a:lnTo>
                  <a:lnTo>
                    <a:pt x="159512" y="957071"/>
                  </a:lnTo>
                  <a:lnTo>
                    <a:pt x="109077" y="948943"/>
                  </a:lnTo>
                  <a:lnTo>
                    <a:pt x="65288" y="926307"/>
                  </a:lnTo>
                  <a:lnTo>
                    <a:pt x="30764" y="891783"/>
                  </a:lnTo>
                  <a:lnTo>
                    <a:pt x="8127" y="847994"/>
                  </a:lnTo>
                  <a:lnTo>
                    <a:pt x="0" y="797559"/>
                  </a:lnTo>
                  <a:lnTo>
                    <a:pt x="0" y="159512"/>
                  </a:lnTo>
                  <a:close/>
                </a:path>
              </a:pathLst>
            </a:custGeom>
            <a:noFill/>
            <a:ln cap="flat" cmpd="sng" w="12700">
              <a:solidFill>
                <a:srgbClr val="172C5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97" name="Google Shape;297;p21"/>
          <p:cNvSpPr txBox="1"/>
          <p:nvPr/>
        </p:nvSpPr>
        <p:spPr>
          <a:xfrm>
            <a:off x="2171826" y="1377040"/>
            <a:ext cx="7811134" cy="4053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9225">
            <a:spAutoFit/>
          </a:bodyPr>
          <a:lstStyle/>
          <a:p>
            <a:pPr indent="0" lvl="0" marL="374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Content : Material such as text, photographs, or other digital media is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37465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included in this area.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47625" marR="5080" rtl="0" algn="l">
              <a:lnSpc>
                <a:spcPct val="150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Padding : this area is the space around the subject area and inside the border-box.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925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901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Border : It is a region between the padding-box and the margin.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13334" rtl="0" algn="l">
              <a:lnSpc>
                <a:spcPct val="15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Margin : This segment consists of the area between the boundary and the edge of the border.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8" name="Google Shape;29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06435" y="6002145"/>
            <a:ext cx="857164" cy="5519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75403" y="6008027"/>
            <a:ext cx="737192" cy="555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66613" y="6239636"/>
            <a:ext cx="5905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67653" y="6248780"/>
            <a:ext cx="5905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13829" y="6239636"/>
            <a:ext cx="5905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39" y="100687"/>
            <a:ext cx="406908" cy="397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338559" y="5175607"/>
            <a:ext cx="406907" cy="397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2"/>
          <p:cNvSpPr txBox="1"/>
          <p:nvPr/>
        </p:nvSpPr>
        <p:spPr>
          <a:xfrm>
            <a:off x="4497451" y="4902200"/>
            <a:ext cx="3390900" cy="84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5400">
                <a:solidFill>
                  <a:srgbClr val="001F5F"/>
                </a:solidFill>
                <a:latin typeface="Arial"/>
                <a:ea typeface="Arial"/>
                <a:cs typeface="Arial"/>
                <a:sym typeface="Arial"/>
              </a:rPr>
              <a:t>Questions</a:t>
            </a:r>
            <a:endParaRPr sz="5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0" name="Google Shape;31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2220" y="315468"/>
            <a:ext cx="7121652" cy="4748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8371" y="6178581"/>
            <a:ext cx="1345101" cy="423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39" y="100687"/>
            <a:ext cx="406908" cy="397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2025-11-19T11:04:11Z</dcterms:created>
  <dc:creator>Sreelakshmi Nithin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2024-03-22T00:00:00Z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2025-11-19T00:00:00Z</vt:filetime>
  </property>
  <property fmtid="{D5CDD505-2E9C-101B-9397-08002B2CF9AE}" pid="5" name="Producer">
    <vt:lpwstr>Microsoft® PowerPoint® 2019</vt:lpwstr>
  </property>
</Properties>
</file>